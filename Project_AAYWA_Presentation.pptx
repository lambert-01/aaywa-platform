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6" r:id="rId21"/>
    <p:sldId id="277" r:id="rId22"/>
    <p:sldId id="278" r:id="rId2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5D2CE5-556E-47CD-8878-C8A120DEA4DA}" v="50" dt="2026-01-22T14:18:12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3"/>
  </p:normalViewPr>
  <p:slideViewPr>
    <p:cSldViewPr snapToGrid="0" snapToObjects="1">
      <p:cViewPr varScale="1">
        <p:scale>
          <a:sx n="100" d="100"/>
          <a:sy n="100" d="100"/>
        </p:scale>
        <p:origin x="90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afiri Ndatsikira" userId="b94eb00d-5656-4d17-b47b-7c5df900e35c" providerId="ADAL" clId="{659AD4B1-D8F2-4C58-AEA7-2713ABCA7B73}"/>
    <pc:docChg chg="undo custSel addSld modSld modMainMaster">
      <pc:chgData name="Musafiri Ndatsikira" userId="b94eb00d-5656-4d17-b47b-7c5df900e35c" providerId="ADAL" clId="{659AD4B1-D8F2-4C58-AEA7-2713ABCA7B73}" dt="2026-01-22T14:18:12.649" v="237"/>
      <pc:docMkLst>
        <pc:docMk/>
      </pc:docMkLst>
      <pc:sldChg chg="addSp modSp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0" sldId="256"/>
        </pc:sldMkLst>
        <pc:spChg chg="mod">
          <ac:chgData name="Musafiri Ndatsikira" userId="b94eb00d-5656-4d17-b47b-7c5df900e35c" providerId="ADAL" clId="{659AD4B1-D8F2-4C58-AEA7-2713ABCA7B73}" dt="2026-01-22T14:07:08.386" v="93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Musafiri Ndatsikira" userId="b94eb00d-5656-4d17-b47b-7c5df900e35c" providerId="ADAL" clId="{659AD4B1-D8F2-4C58-AEA7-2713ABCA7B73}" dt="2026-01-22T14:07:08.386" v="93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Musafiri Ndatsikira" userId="b94eb00d-5656-4d17-b47b-7c5df900e35c" providerId="ADAL" clId="{659AD4B1-D8F2-4C58-AEA7-2713ABCA7B73}" dt="2026-01-22T14:07:08.386" v="93" actId="26606"/>
          <ac:spMkLst>
            <pc:docMk/>
            <pc:sldMk cId="0" sldId="256"/>
            <ac:spMk id="8" creationId="{C7D023E4-8DE1-436E-9847-ED6A4B4B04FD}"/>
          </ac:spMkLst>
        </pc:spChg>
        <pc:spChg chg="add">
          <ac:chgData name="Musafiri Ndatsikira" userId="b94eb00d-5656-4d17-b47b-7c5df900e35c" providerId="ADAL" clId="{659AD4B1-D8F2-4C58-AEA7-2713ABCA7B73}" dt="2026-01-22T14:07:08.386" v="93" actId="26606"/>
          <ac:spMkLst>
            <pc:docMk/>
            <pc:sldMk cId="0" sldId="256"/>
            <ac:spMk id="10" creationId="{6BE11944-ED05-4FE9-9927-06C110BB3A36}"/>
          </ac:spMkLst>
        </pc:spChg>
        <pc:grpChg chg="add">
          <ac:chgData name="Musafiri Ndatsikira" userId="b94eb00d-5656-4d17-b47b-7c5df900e35c" providerId="ADAL" clId="{659AD4B1-D8F2-4C58-AEA7-2713ABCA7B73}" dt="2026-01-22T14:07:08.386" v="93" actId="26606"/>
          <ac:grpSpMkLst>
            <pc:docMk/>
            <pc:sldMk cId="0" sldId="256"/>
            <ac:grpSpMk id="12" creationId="{A2812508-238C-4BCD-BDD3-25C99C5CA233}"/>
          </ac:grpSpMkLst>
        </pc:grpChg>
        <pc:grpChg chg="add">
          <ac:chgData name="Musafiri Ndatsikira" userId="b94eb00d-5656-4d17-b47b-7c5df900e35c" providerId="ADAL" clId="{659AD4B1-D8F2-4C58-AEA7-2713ABCA7B73}" dt="2026-01-22T14:07:08.386" v="93" actId="26606"/>
          <ac:grpSpMkLst>
            <pc:docMk/>
            <pc:sldMk cId="0" sldId="256"/>
            <ac:grpSpMk id="16" creationId="{43F5E015-E085-4624-B431-B42414448684}"/>
          </ac:grpSpMkLst>
        </pc:grpChg>
      </pc:sldChg>
      <pc:sldChg chg="addSp delSp modSp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0" sldId="257"/>
        </pc:sldMkLst>
        <pc:spChg chg="mod">
          <ac:chgData name="Musafiri Ndatsikira" userId="b94eb00d-5656-4d17-b47b-7c5df900e35c" providerId="ADAL" clId="{659AD4B1-D8F2-4C58-AEA7-2713ABCA7B73}" dt="2026-01-22T14:07:49.915" v="98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Musafiri Ndatsikira" userId="b94eb00d-5656-4d17-b47b-7c5df900e35c" providerId="ADAL" clId="{659AD4B1-D8F2-4C58-AEA7-2713ABCA7B73}" dt="2026-01-22T14:07:49.915" v="98" actId="26606"/>
          <ac:spMkLst>
            <pc:docMk/>
            <pc:sldMk cId="0" sldId="257"/>
            <ac:spMk id="3" creationId="{00000000-0000-0000-0000-000000000000}"/>
          </ac:spMkLst>
        </pc:spChg>
        <pc:spChg chg="del mod">
          <ac:chgData name="Musafiri Ndatsikira" userId="b94eb00d-5656-4d17-b47b-7c5df900e35c" providerId="ADAL" clId="{659AD4B1-D8F2-4C58-AEA7-2713ABCA7B73}" dt="2026-01-22T14:06:47.888" v="92" actId="478"/>
          <ac:spMkLst>
            <pc:docMk/>
            <pc:sldMk cId="0" sldId="257"/>
            <ac:spMk id="4" creationId="{F8E9DFDB-6F84-B9AD-5EBB-0FBB9B8674A7}"/>
          </ac:spMkLst>
        </pc:spChg>
        <pc:spChg chg="add del">
          <ac:chgData name="Musafiri Ndatsikira" userId="b94eb00d-5656-4d17-b47b-7c5df900e35c" providerId="ADAL" clId="{659AD4B1-D8F2-4C58-AEA7-2713ABCA7B73}" dt="2026-01-22T14:07:40.114" v="95" actId="26606"/>
          <ac:spMkLst>
            <pc:docMk/>
            <pc:sldMk cId="0" sldId="257"/>
            <ac:spMk id="8" creationId="{081EA652-8C6A-4E69-BEB9-170809474553}"/>
          </ac:spMkLst>
        </pc:spChg>
        <pc:spChg chg="add del">
          <ac:chgData name="Musafiri Ndatsikira" userId="b94eb00d-5656-4d17-b47b-7c5df900e35c" providerId="ADAL" clId="{659AD4B1-D8F2-4C58-AEA7-2713ABCA7B73}" dt="2026-01-22T14:07:40.114" v="95" actId="26606"/>
          <ac:spMkLst>
            <pc:docMk/>
            <pc:sldMk cId="0" sldId="257"/>
            <ac:spMk id="10" creationId="{5298780A-33B9-4EA2-8F67-DE68AD62841B}"/>
          </ac:spMkLst>
        </pc:spChg>
        <pc:spChg chg="add del">
          <ac:chgData name="Musafiri Ndatsikira" userId="b94eb00d-5656-4d17-b47b-7c5df900e35c" providerId="ADAL" clId="{659AD4B1-D8F2-4C58-AEA7-2713ABCA7B73}" dt="2026-01-22T14:07:40.114" v="95" actId="26606"/>
          <ac:spMkLst>
            <pc:docMk/>
            <pc:sldMk cId="0" sldId="257"/>
            <ac:spMk id="12" creationId="{7F488E8B-4E1E-4402-8935-D4E6C02615C7}"/>
          </ac:spMkLst>
        </pc:spChg>
        <pc:spChg chg="add del">
          <ac:chgData name="Musafiri Ndatsikira" userId="b94eb00d-5656-4d17-b47b-7c5df900e35c" providerId="ADAL" clId="{659AD4B1-D8F2-4C58-AEA7-2713ABCA7B73}" dt="2026-01-22T14:07:49.895" v="97" actId="26606"/>
          <ac:spMkLst>
            <pc:docMk/>
            <pc:sldMk cId="0" sldId="257"/>
            <ac:spMk id="14" creationId="{B6CDA21F-E7AF-4C75-8395-33F58D5B0E45}"/>
          </ac:spMkLst>
        </pc:spChg>
        <pc:spChg chg="add del">
          <ac:chgData name="Musafiri Ndatsikira" userId="b94eb00d-5656-4d17-b47b-7c5df900e35c" providerId="ADAL" clId="{659AD4B1-D8F2-4C58-AEA7-2713ABCA7B73}" dt="2026-01-22T14:07:49.895" v="97" actId="26606"/>
          <ac:spMkLst>
            <pc:docMk/>
            <pc:sldMk cId="0" sldId="257"/>
            <ac:spMk id="15" creationId="{D5B0017B-2ECA-49AF-B397-DC140825DF8D}"/>
          </ac:spMkLst>
        </pc:spChg>
        <pc:spChg chg="add">
          <ac:chgData name="Musafiri Ndatsikira" userId="b94eb00d-5656-4d17-b47b-7c5df900e35c" providerId="ADAL" clId="{659AD4B1-D8F2-4C58-AEA7-2713ABCA7B73}" dt="2026-01-22T14:07:49.915" v="98" actId="26606"/>
          <ac:spMkLst>
            <pc:docMk/>
            <pc:sldMk cId="0" sldId="257"/>
            <ac:spMk id="20" creationId="{081EA652-8C6A-4E69-BEB9-170809474553}"/>
          </ac:spMkLst>
        </pc:spChg>
        <pc:spChg chg="add">
          <ac:chgData name="Musafiri Ndatsikira" userId="b94eb00d-5656-4d17-b47b-7c5df900e35c" providerId="ADAL" clId="{659AD4B1-D8F2-4C58-AEA7-2713ABCA7B73}" dt="2026-01-22T14:07:49.915" v="98" actId="26606"/>
          <ac:spMkLst>
            <pc:docMk/>
            <pc:sldMk cId="0" sldId="257"/>
            <ac:spMk id="21" creationId="{5298780A-33B9-4EA2-8F67-DE68AD62841B}"/>
          </ac:spMkLst>
        </pc:spChg>
        <pc:spChg chg="add">
          <ac:chgData name="Musafiri Ndatsikira" userId="b94eb00d-5656-4d17-b47b-7c5df900e35c" providerId="ADAL" clId="{659AD4B1-D8F2-4C58-AEA7-2713ABCA7B73}" dt="2026-01-22T14:07:49.915" v="98" actId="26606"/>
          <ac:spMkLst>
            <pc:docMk/>
            <pc:sldMk cId="0" sldId="257"/>
            <ac:spMk id="22" creationId="{7F488E8B-4E1E-4402-8935-D4E6C02615C7}"/>
          </ac:spMkLst>
        </pc:spChg>
        <pc:grpChg chg="add del">
          <ac:chgData name="Musafiri Ndatsikira" userId="b94eb00d-5656-4d17-b47b-7c5df900e35c" providerId="ADAL" clId="{659AD4B1-D8F2-4C58-AEA7-2713ABCA7B73}" dt="2026-01-22T14:07:49.895" v="97" actId="26606"/>
          <ac:grpSpMkLst>
            <pc:docMk/>
            <pc:sldMk cId="0" sldId="257"/>
            <ac:grpSpMk id="16" creationId="{AE1C45F0-260A-458C-96ED-C1F6D2151219}"/>
          </ac:grpSpMkLst>
        </pc:grpChg>
        <pc:cxnChg chg="add del">
          <ac:chgData name="Musafiri Ndatsikira" userId="b94eb00d-5656-4d17-b47b-7c5df900e35c" providerId="ADAL" clId="{659AD4B1-D8F2-4C58-AEA7-2713ABCA7B73}" dt="2026-01-22T14:07:49.895" v="97" actId="26606"/>
          <ac:cxnSpMkLst>
            <pc:docMk/>
            <pc:sldMk cId="0" sldId="257"/>
            <ac:cxnSpMk id="17" creationId="{6CF1BAF6-AD41-4082-B212-8A1F9A2E8779}"/>
          </ac:cxnSpMkLst>
        </pc:cxnChg>
      </pc:sldChg>
      <pc:sldChg chg="addSp delSp modSp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0" sldId="258"/>
        </pc:sldMkLst>
        <pc:spChg chg="mod">
          <ac:chgData name="Musafiri Ndatsikira" userId="b94eb00d-5656-4d17-b47b-7c5df900e35c" providerId="ADAL" clId="{659AD4B1-D8F2-4C58-AEA7-2713ABCA7B73}" dt="2026-01-22T14:08:01.275" v="10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Musafiri Ndatsikira" userId="b94eb00d-5656-4d17-b47b-7c5df900e35c" providerId="ADAL" clId="{659AD4B1-D8F2-4C58-AEA7-2713ABCA7B73}" dt="2026-01-22T13:54:55.720" v="1"/>
          <ac:spMkLst>
            <pc:docMk/>
            <pc:sldMk cId="0" sldId="258"/>
            <ac:spMk id="3" creationId="{00000000-0000-0000-0000-000000000000}"/>
          </ac:spMkLst>
        </pc:spChg>
        <pc:spChg chg="add del mod">
          <ac:chgData name="Musafiri Ndatsikira" userId="b94eb00d-5656-4d17-b47b-7c5df900e35c" providerId="ADAL" clId="{659AD4B1-D8F2-4C58-AEA7-2713ABCA7B73}" dt="2026-01-22T14:08:01.275" v="101" actId="26606"/>
          <ac:spMkLst>
            <pc:docMk/>
            <pc:sldMk cId="0" sldId="258"/>
            <ac:spMk id="6" creationId="{6B430FE3-3133-E2C7-E0E2-C12AE87042D1}"/>
          </ac:spMkLst>
        </pc:spChg>
        <pc:spChg chg="add del">
          <ac:chgData name="Musafiri Ndatsikira" userId="b94eb00d-5656-4d17-b47b-7c5df900e35c" providerId="ADAL" clId="{659AD4B1-D8F2-4C58-AEA7-2713ABCA7B73}" dt="2026-01-22T14:08:01.246" v="100" actId="26606"/>
          <ac:spMkLst>
            <pc:docMk/>
            <pc:sldMk cId="0" sldId="258"/>
            <ac:spMk id="11" creationId="{081EA652-8C6A-4E69-BEB9-170809474553}"/>
          </ac:spMkLst>
        </pc:spChg>
        <pc:spChg chg="add">
          <ac:chgData name="Musafiri Ndatsikira" userId="b94eb00d-5656-4d17-b47b-7c5df900e35c" providerId="ADAL" clId="{659AD4B1-D8F2-4C58-AEA7-2713ABCA7B73}" dt="2026-01-22T14:08:01.275" v="101" actId="26606"/>
          <ac:spMkLst>
            <pc:docMk/>
            <pc:sldMk cId="0" sldId="258"/>
            <ac:spMk id="12" creationId="{738F59A4-4431-460D-8E49-6E65C189A566}"/>
          </ac:spMkLst>
        </pc:spChg>
        <pc:spChg chg="add del">
          <ac:chgData name="Musafiri Ndatsikira" userId="b94eb00d-5656-4d17-b47b-7c5df900e35c" providerId="ADAL" clId="{659AD4B1-D8F2-4C58-AEA7-2713ABCA7B73}" dt="2026-01-22T14:08:01.246" v="100" actId="26606"/>
          <ac:spMkLst>
            <pc:docMk/>
            <pc:sldMk cId="0" sldId="258"/>
            <ac:spMk id="13" creationId="{5298780A-33B9-4EA2-8F67-DE68AD62841B}"/>
          </ac:spMkLst>
        </pc:spChg>
        <pc:spChg chg="add del">
          <ac:chgData name="Musafiri Ndatsikira" userId="b94eb00d-5656-4d17-b47b-7c5df900e35c" providerId="ADAL" clId="{659AD4B1-D8F2-4C58-AEA7-2713ABCA7B73}" dt="2026-01-22T14:08:01.246" v="100" actId="26606"/>
          <ac:spMkLst>
            <pc:docMk/>
            <pc:sldMk cId="0" sldId="258"/>
            <ac:spMk id="15" creationId="{7F488E8B-4E1E-4402-8935-D4E6C02615C7}"/>
          </ac:spMkLst>
        </pc:spChg>
        <pc:grpChg chg="add">
          <ac:chgData name="Musafiri Ndatsikira" userId="b94eb00d-5656-4d17-b47b-7c5df900e35c" providerId="ADAL" clId="{659AD4B1-D8F2-4C58-AEA7-2713ABCA7B73}" dt="2026-01-22T14:08:01.275" v="101" actId="26606"/>
          <ac:grpSpMkLst>
            <pc:docMk/>
            <pc:sldMk cId="0" sldId="258"/>
            <ac:grpSpMk id="14" creationId="{8A919B9C-5C01-47E4-B2F2-45F589208ABF}"/>
          </ac:grpSpMkLst>
        </pc:grpChg>
        <pc:graphicFrameChg chg="add">
          <ac:chgData name="Musafiri Ndatsikira" userId="b94eb00d-5656-4d17-b47b-7c5df900e35c" providerId="ADAL" clId="{659AD4B1-D8F2-4C58-AEA7-2713ABCA7B73}" dt="2026-01-22T14:08:01.275" v="101" actId="26606"/>
          <ac:graphicFrameMkLst>
            <pc:docMk/>
            <pc:sldMk cId="0" sldId="258"/>
            <ac:graphicFrameMk id="8" creationId="{AFEA922B-F471-777B-F418-9CCDBA39A882}"/>
          </ac:graphicFrameMkLst>
        </pc:graphicFrameChg>
      </pc:sldChg>
      <pc:sldChg chg="addSp delSp modSp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0" sldId="259"/>
        </pc:sldMkLst>
        <pc:spChg chg="mod">
          <ac:chgData name="Musafiri Ndatsikira" userId="b94eb00d-5656-4d17-b47b-7c5df900e35c" providerId="ADAL" clId="{659AD4B1-D8F2-4C58-AEA7-2713ABCA7B73}" dt="2026-01-22T14:08:08.106" v="102" actId="26606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Musafiri Ndatsikira" userId="b94eb00d-5656-4d17-b47b-7c5df900e35c" providerId="ADAL" clId="{659AD4B1-D8F2-4C58-AEA7-2713ABCA7B73}" dt="2026-01-22T13:55:38.858" v="4"/>
          <ac:spMkLst>
            <pc:docMk/>
            <pc:sldMk cId="0" sldId="259"/>
            <ac:spMk id="3" creationId="{00000000-0000-0000-0000-000000000000}"/>
          </ac:spMkLst>
        </pc:spChg>
        <pc:spChg chg="add del mod">
          <ac:chgData name="Musafiri Ndatsikira" userId="b94eb00d-5656-4d17-b47b-7c5df900e35c" providerId="ADAL" clId="{659AD4B1-D8F2-4C58-AEA7-2713ABCA7B73}" dt="2026-01-22T14:08:08.106" v="102" actId="26606"/>
          <ac:spMkLst>
            <pc:docMk/>
            <pc:sldMk cId="0" sldId="259"/>
            <ac:spMk id="4" creationId="{8AD4DD65-6EF8-D024-7B8A-C6847F81C023}"/>
          </ac:spMkLst>
        </pc:spChg>
        <pc:spChg chg="add">
          <ac:chgData name="Musafiri Ndatsikira" userId="b94eb00d-5656-4d17-b47b-7c5df900e35c" providerId="ADAL" clId="{659AD4B1-D8F2-4C58-AEA7-2713ABCA7B73}" dt="2026-01-22T14:08:08.106" v="102" actId="26606"/>
          <ac:spMkLst>
            <pc:docMk/>
            <pc:sldMk cId="0" sldId="259"/>
            <ac:spMk id="10" creationId="{738F59A4-4431-460D-8E49-6E65C189A566}"/>
          </ac:spMkLst>
        </pc:spChg>
        <pc:grpChg chg="add">
          <ac:chgData name="Musafiri Ndatsikira" userId="b94eb00d-5656-4d17-b47b-7c5df900e35c" providerId="ADAL" clId="{659AD4B1-D8F2-4C58-AEA7-2713ABCA7B73}" dt="2026-01-22T14:08:08.106" v="102" actId="26606"/>
          <ac:grpSpMkLst>
            <pc:docMk/>
            <pc:sldMk cId="0" sldId="259"/>
            <ac:grpSpMk id="12" creationId="{8A919B9C-5C01-47E4-B2F2-45F589208ABF}"/>
          </ac:grpSpMkLst>
        </pc:grpChg>
        <pc:graphicFrameChg chg="add">
          <ac:chgData name="Musafiri Ndatsikira" userId="b94eb00d-5656-4d17-b47b-7c5df900e35c" providerId="ADAL" clId="{659AD4B1-D8F2-4C58-AEA7-2713ABCA7B73}" dt="2026-01-22T14:08:08.106" v="102" actId="26606"/>
          <ac:graphicFrameMkLst>
            <pc:docMk/>
            <pc:sldMk cId="0" sldId="259"/>
            <ac:graphicFrameMk id="6" creationId="{DE0BA4D7-3302-C1DB-ABA7-BD18A01FA565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027324922" sldId="260"/>
        </pc:sldMkLst>
        <pc:spChg chg="mod">
          <ac:chgData name="Musafiri Ndatsikira" userId="b94eb00d-5656-4d17-b47b-7c5df900e35c" providerId="ADAL" clId="{659AD4B1-D8F2-4C58-AEA7-2713ABCA7B73}" dt="2026-01-22T14:08:43.664" v="113" actId="26606"/>
          <ac:spMkLst>
            <pc:docMk/>
            <pc:sldMk cId="3027324922" sldId="260"/>
            <ac:spMk id="2" creationId="{B2A8D022-5500-4B61-7CF1-925649E1D8D1}"/>
          </ac:spMkLst>
        </pc:spChg>
        <pc:spChg chg="add del">
          <ac:chgData name="Musafiri Ndatsikira" userId="b94eb00d-5656-4d17-b47b-7c5df900e35c" providerId="ADAL" clId="{659AD4B1-D8F2-4C58-AEA7-2713ABCA7B73}" dt="2026-01-22T13:56:40.737" v="23"/>
          <ac:spMkLst>
            <pc:docMk/>
            <pc:sldMk cId="3027324922" sldId="260"/>
            <ac:spMk id="3" creationId="{170FA949-1BE3-C2B6-BC4D-0DCE05BE5C00}"/>
          </ac:spMkLst>
        </pc:spChg>
        <pc:spChg chg="add">
          <ac:chgData name="Musafiri Ndatsikira" userId="b94eb00d-5656-4d17-b47b-7c5df900e35c" providerId="ADAL" clId="{659AD4B1-D8F2-4C58-AEA7-2713ABCA7B73}" dt="2026-01-22T13:56:04.435" v="21"/>
          <ac:spMkLst>
            <pc:docMk/>
            <pc:sldMk cId="3027324922" sldId="260"/>
            <ac:spMk id="5" creationId="{52F411E5-7F74-CAC1-491F-3B741D38C6A0}"/>
          </ac:spMkLst>
        </pc:spChg>
        <pc:spChg chg="add del">
          <ac:chgData name="Musafiri Ndatsikira" userId="b94eb00d-5656-4d17-b47b-7c5df900e35c" providerId="ADAL" clId="{659AD4B1-D8F2-4C58-AEA7-2713ABCA7B73}" dt="2026-01-22T14:08:35.335" v="104" actId="26606"/>
          <ac:spMkLst>
            <pc:docMk/>
            <pc:sldMk cId="3027324922" sldId="260"/>
            <ac:spMk id="11" creationId="{A4AC5506-6312-4701-8D3C-40187889A947}"/>
          </ac:spMkLst>
        </pc:spChg>
        <pc:spChg chg="add">
          <ac:chgData name="Musafiri Ndatsikira" userId="b94eb00d-5656-4d17-b47b-7c5df900e35c" providerId="ADAL" clId="{659AD4B1-D8F2-4C58-AEA7-2713ABCA7B73}" dt="2026-01-22T14:08:43.664" v="113" actId="26606"/>
          <ac:spMkLst>
            <pc:docMk/>
            <pc:sldMk cId="3027324922" sldId="260"/>
            <ac:spMk id="15" creationId="{290CB3DB-B42E-47BF-A595-527CB329A21A}"/>
          </ac:spMkLst>
        </pc:spChg>
        <pc:spChg chg="add del">
          <ac:chgData name="Musafiri Ndatsikira" userId="b94eb00d-5656-4d17-b47b-7c5df900e35c" providerId="ADAL" clId="{659AD4B1-D8F2-4C58-AEA7-2713ABCA7B73}" dt="2026-01-22T14:08:38.442" v="106" actId="26606"/>
          <ac:spMkLst>
            <pc:docMk/>
            <pc:sldMk cId="3027324922" sldId="260"/>
            <ac:spMk id="16" creationId="{2A11688B-0A27-4E86-8D55-76F71ADF299B}"/>
          </ac:spMkLst>
        </pc:spChg>
        <pc:spChg chg="add del">
          <ac:chgData name="Musafiri Ndatsikira" userId="b94eb00d-5656-4d17-b47b-7c5df900e35c" providerId="ADAL" clId="{659AD4B1-D8F2-4C58-AEA7-2713ABCA7B73}" dt="2026-01-22T14:08:38.442" v="106" actId="26606"/>
          <ac:spMkLst>
            <pc:docMk/>
            <pc:sldMk cId="3027324922" sldId="260"/>
            <ac:spMk id="17" creationId="{40F88E6C-5782-452A-8C4F-9D2C2EAC8499}"/>
          </ac:spMkLst>
        </pc:spChg>
        <pc:spChg chg="add del">
          <ac:chgData name="Musafiri Ndatsikira" userId="b94eb00d-5656-4d17-b47b-7c5df900e35c" providerId="ADAL" clId="{659AD4B1-D8F2-4C58-AEA7-2713ABCA7B73}" dt="2026-01-22T14:08:40.376" v="108" actId="26606"/>
          <ac:spMkLst>
            <pc:docMk/>
            <pc:sldMk cId="3027324922" sldId="260"/>
            <ac:spMk id="19" creationId="{CEB6D6B1-52B8-45C8-9C83-B5042CDAB0D5}"/>
          </ac:spMkLst>
        </pc:spChg>
        <pc:spChg chg="add del">
          <ac:chgData name="Musafiri Ndatsikira" userId="b94eb00d-5656-4d17-b47b-7c5df900e35c" providerId="ADAL" clId="{659AD4B1-D8F2-4C58-AEA7-2713ABCA7B73}" dt="2026-01-22T14:08:41.601" v="110" actId="26606"/>
          <ac:spMkLst>
            <pc:docMk/>
            <pc:sldMk cId="3027324922" sldId="260"/>
            <ac:spMk id="24" creationId="{2A11688B-0A27-4E86-8D55-76F71ADF299B}"/>
          </ac:spMkLst>
        </pc:spChg>
        <pc:spChg chg="add del">
          <ac:chgData name="Musafiri Ndatsikira" userId="b94eb00d-5656-4d17-b47b-7c5df900e35c" providerId="ADAL" clId="{659AD4B1-D8F2-4C58-AEA7-2713ABCA7B73}" dt="2026-01-22T14:08:41.601" v="110" actId="26606"/>
          <ac:spMkLst>
            <pc:docMk/>
            <pc:sldMk cId="3027324922" sldId="260"/>
            <ac:spMk id="26" creationId="{40F88E6C-5782-452A-8C4F-9D2C2EAC8499}"/>
          </ac:spMkLst>
        </pc:spChg>
        <pc:spChg chg="add del">
          <ac:chgData name="Musafiri Ndatsikira" userId="b94eb00d-5656-4d17-b47b-7c5df900e35c" providerId="ADAL" clId="{659AD4B1-D8F2-4C58-AEA7-2713ABCA7B73}" dt="2026-01-22T14:08:43.641" v="112" actId="26606"/>
          <ac:spMkLst>
            <pc:docMk/>
            <pc:sldMk cId="3027324922" sldId="260"/>
            <ac:spMk id="28" creationId="{5BF4DF2C-F028-4921-9C23-41303F650A62}"/>
          </ac:spMkLst>
        </pc:spChg>
        <pc:spChg chg="add del">
          <ac:chgData name="Musafiri Ndatsikira" userId="b94eb00d-5656-4d17-b47b-7c5df900e35c" providerId="ADAL" clId="{659AD4B1-D8F2-4C58-AEA7-2713ABCA7B73}" dt="2026-01-22T14:08:43.641" v="112" actId="26606"/>
          <ac:spMkLst>
            <pc:docMk/>
            <pc:sldMk cId="3027324922" sldId="260"/>
            <ac:spMk id="29" creationId="{158B3569-73B2-4D05-8E95-886A6EE17F1F}"/>
          </ac:spMkLst>
        </pc:spChg>
        <pc:spChg chg="add">
          <ac:chgData name="Musafiri Ndatsikira" userId="b94eb00d-5656-4d17-b47b-7c5df900e35c" providerId="ADAL" clId="{659AD4B1-D8F2-4C58-AEA7-2713ABCA7B73}" dt="2026-01-22T14:08:43.664" v="113" actId="26606"/>
          <ac:spMkLst>
            <pc:docMk/>
            <pc:sldMk cId="3027324922" sldId="260"/>
            <ac:spMk id="34" creationId="{963038BC-9FCB-466B-8EE5-7B0DC8F25C95}"/>
          </ac:spMkLst>
        </pc:spChg>
        <pc:spChg chg="add">
          <ac:chgData name="Musafiri Ndatsikira" userId="b94eb00d-5656-4d17-b47b-7c5df900e35c" providerId="ADAL" clId="{659AD4B1-D8F2-4C58-AEA7-2713ABCA7B73}" dt="2026-01-22T14:08:43.664" v="113" actId="26606"/>
          <ac:spMkLst>
            <pc:docMk/>
            <pc:sldMk cId="3027324922" sldId="260"/>
            <ac:spMk id="35" creationId="{058F4797-C77D-4821-B8FF-057D7524C62D}"/>
          </ac:spMkLst>
        </pc:spChg>
        <pc:grpChg chg="add del">
          <ac:chgData name="Musafiri Ndatsikira" userId="b94eb00d-5656-4d17-b47b-7c5df900e35c" providerId="ADAL" clId="{659AD4B1-D8F2-4C58-AEA7-2713ABCA7B73}" dt="2026-01-22T14:08:38.442" v="106" actId="26606"/>
          <ac:grpSpMkLst>
            <pc:docMk/>
            <pc:sldMk cId="3027324922" sldId="260"/>
            <ac:grpSpMk id="13" creationId="{C84A868B-654E-447C-8D9C-0F9328308CA2}"/>
          </ac:grpSpMkLst>
        </pc:grpChg>
        <pc:grpChg chg="add del">
          <ac:chgData name="Musafiri Ndatsikira" userId="b94eb00d-5656-4d17-b47b-7c5df900e35c" providerId="ADAL" clId="{659AD4B1-D8F2-4C58-AEA7-2713ABCA7B73}" dt="2026-01-22T14:08:40.376" v="108" actId="26606"/>
          <ac:grpSpMkLst>
            <pc:docMk/>
            <pc:sldMk cId="3027324922" sldId="260"/>
            <ac:grpSpMk id="20" creationId="{3290B888-1DA2-4603-9690-BF863DCD1E87}"/>
          </ac:grpSpMkLst>
        </pc:grpChg>
        <pc:grpChg chg="add del">
          <ac:chgData name="Musafiri Ndatsikira" userId="b94eb00d-5656-4d17-b47b-7c5df900e35c" providerId="ADAL" clId="{659AD4B1-D8F2-4C58-AEA7-2713ABCA7B73}" dt="2026-01-22T14:08:41.601" v="110" actId="26606"/>
          <ac:grpSpMkLst>
            <pc:docMk/>
            <pc:sldMk cId="3027324922" sldId="260"/>
            <ac:grpSpMk id="25" creationId="{C84A868B-654E-447C-8D9C-0F9328308CA2}"/>
          </ac:grpSpMkLst>
        </pc:grpChg>
        <pc:grpChg chg="add del">
          <ac:chgData name="Musafiri Ndatsikira" userId="b94eb00d-5656-4d17-b47b-7c5df900e35c" providerId="ADAL" clId="{659AD4B1-D8F2-4C58-AEA7-2713ABCA7B73}" dt="2026-01-22T14:08:43.641" v="112" actId="26606"/>
          <ac:grpSpMkLst>
            <pc:docMk/>
            <pc:sldMk cId="3027324922" sldId="260"/>
            <ac:grpSpMk id="31" creationId="{892B7B61-D701-474B-AE8F-EA238B550A78}"/>
          </ac:grpSpMkLst>
        </pc:grpChg>
        <pc:graphicFrameChg chg="add mod">
          <ac:chgData name="Musafiri Ndatsikira" userId="b94eb00d-5656-4d17-b47b-7c5df900e35c" providerId="ADAL" clId="{659AD4B1-D8F2-4C58-AEA7-2713ABCA7B73}" dt="2026-01-22T13:56:08.314" v="22"/>
          <ac:graphicFrameMkLst>
            <pc:docMk/>
            <pc:sldMk cId="3027324922" sldId="260"/>
            <ac:graphicFrameMk id="4" creationId="{0B15F039-2DA3-0372-5FE2-C08CBD74CB2E}"/>
          </ac:graphicFrameMkLst>
        </pc:graphicFrameChg>
        <pc:graphicFrameChg chg="add mod modGraphic">
          <ac:chgData name="Musafiri Ndatsikira" userId="b94eb00d-5656-4d17-b47b-7c5df900e35c" providerId="ADAL" clId="{659AD4B1-D8F2-4C58-AEA7-2713ABCA7B73}" dt="2026-01-22T14:08:43.664" v="113" actId="26606"/>
          <ac:graphicFrameMkLst>
            <pc:docMk/>
            <pc:sldMk cId="3027324922" sldId="260"/>
            <ac:graphicFrameMk id="6" creationId="{6FAD48A3-65CE-AF81-3826-D3023831885A}"/>
          </ac:graphicFrameMkLst>
        </pc:graphicFrameChg>
        <pc:cxnChg chg="add del">
          <ac:chgData name="Musafiri Ndatsikira" userId="b94eb00d-5656-4d17-b47b-7c5df900e35c" providerId="ADAL" clId="{659AD4B1-D8F2-4C58-AEA7-2713ABCA7B73}" dt="2026-01-22T14:08:43.641" v="112" actId="26606"/>
          <ac:cxnSpMkLst>
            <pc:docMk/>
            <pc:sldMk cId="3027324922" sldId="260"/>
            <ac:cxnSpMk id="30" creationId="{56020367-4FD5-4596-8E10-C5F095CD8DBF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207085314" sldId="261"/>
        </pc:sldMkLst>
        <pc:spChg chg="mod">
          <ac:chgData name="Musafiri Ndatsikira" userId="b94eb00d-5656-4d17-b47b-7c5df900e35c" providerId="ADAL" clId="{659AD4B1-D8F2-4C58-AEA7-2713ABCA7B73}" dt="2026-01-22T14:09:09.305" v="116" actId="26606"/>
          <ac:spMkLst>
            <pc:docMk/>
            <pc:sldMk cId="3207085314" sldId="261"/>
            <ac:spMk id="2" creationId="{F35249CB-EE60-0F7E-18E9-E968F85F879B}"/>
          </ac:spMkLst>
        </pc:spChg>
        <pc:spChg chg="del">
          <ac:chgData name="Musafiri Ndatsikira" userId="b94eb00d-5656-4d17-b47b-7c5df900e35c" providerId="ADAL" clId="{659AD4B1-D8F2-4C58-AEA7-2713ABCA7B73}" dt="2026-01-22T13:57:13.873" v="26"/>
          <ac:spMkLst>
            <pc:docMk/>
            <pc:sldMk cId="3207085314" sldId="261"/>
            <ac:spMk id="3" creationId="{F02D1DF0-BD10-5E97-9EE4-C01AF710AC39}"/>
          </ac:spMkLst>
        </pc:spChg>
        <pc:spChg chg="add del mod">
          <ac:chgData name="Musafiri Ndatsikira" userId="b94eb00d-5656-4d17-b47b-7c5df900e35c" providerId="ADAL" clId="{659AD4B1-D8F2-4C58-AEA7-2713ABCA7B73}" dt="2026-01-22T14:09:09.305" v="116" actId="26606"/>
          <ac:spMkLst>
            <pc:docMk/>
            <pc:sldMk cId="3207085314" sldId="261"/>
            <ac:spMk id="4" creationId="{F689596A-3D1B-532B-1318-49E134FF6D27}"/>
          </ac:spMkLst>
        </pc:spChg>
        <pc:spChg chg="add">
          <ac:chgData name="Musafiri Ndatsikira" userId="b94eb00d-5656-4d17-b47b-7c5df900e35c" providerId="ADAL" clId="{659AD4B1-D8F2-4C58-AEA7-2713ABCA7B73}" dt="2026-01-22T14:09:09.305" v="116" actId="26606"/>
          <ac:spMkLst>
            <pc:docMk/>
            <pc:sldMk cId="3207085314" sldId="261"/>
            <ac:spMk id="7" creationId="{738F59A4-4431-460D-8E49-6E65C189A566}"/>
          </ac:spMkLst>
        </pc:spChg>
        <pc:spChg chg="add del">
          <ac:chgData name="Musafiri Ndatsikira" userId="b94eb00d-5656-4d17-b47b-7c5df900e35c" providerId="ADAL" clId="{659AD4B1-D8F2-4C58-AEA7-2713ABCA7B73}" dt="2026-01-22T14:09:04.753" v="115" actId="26606"/>
          <ac:spMkLst>
            <pc:docMk/>
            <pc:sldMk cId="3207085314" sldId="261"/>
            <ac:spMk id="10" creationId="{5C8908E2-EE49-44D2-9428-A28D2312A8D5}"/>
          </ac:spMkLst>
        </pc:spChg>
        <pc:spChg chg="add del">
          <ac:chgData name="Musafiri Ndatsikira" userId="b94eb00d-5656-4d17-b47b-7c5df900e35c" providerId="ADAL" clId="{659AD4B1-D8F2-4C58-AEA7-2713ABCA7B73}" dt="2026-01-22T14:09:04.753" v="115" actId="26606"/>
          <ac:spMkLst>
            <pc:docMk/>
            <pc:sldMk cId="3207085314" sldId="261"/>
            <ac:spMk id="16" creationId="{7449A6C7-D15F-4AA5-BFA5-71A404B47016}"/>
          </ac:spMkLst>
        </pc:spChg>
        <pc:spChg chg="add del">
          <ac:chgData name="Musafiri Ndatsikira" userId="b94eb00d-5656-4d17-b47b-7c5df900e35c" providerId="ADAL" clId="{659AD4B1-D8F2-4C58-AEA7-2713ABCA7B73}" dt="2026-01-22T14:09:04.753" v="115" actId="26606"/>
          <ac:spMkLst>
            <pc:docMk/>
            <pc:sldMk cId="3207085314" sldId="261"/>
            <ac:spMk id="18" creationId="{ED888B23-07FA-482A-96DF-47E31AF1A603}"/>
          </ac:spMkLst>
        </pc:spChg>
        <pc:grpChg chg="add">
          <ac:chgData name="Musafiri Ndatsikira" userId="b94eb00d-5656-4d17-b47b-7c5df900e35c" providerId="ADAL" clId="{659AD4B1-D8F2-4C58-AEA7-2713ABCA7B73}" dt="2026-01-22T14:09:09.305" v="116" actId="26606"/>
          <ac:grpSpMkLst>
            <pc:docMk/>
            <pc:sldMk cId="3207085314" sldId="261"/>
            <ac:grpSpMk id="8" creationId="{8A919B9C-5C01-47E4-B2F2-45F589208ABF}"/>
          </ac:grpSpMkLst>
        </pc:grpChg>
        <pc:grpChg chg="add del">
          <ac:chgData name="Musafiri Ndatsikira" userId="b94eb00d-5656-4d17-b47b-7c5df900e35c" providerId="ADAL" clId="{659AD4B1-D8F2-4C58-AEA7-2713ABCA7B73}" dt="2026-01-22T14:09:04.753" v="115" actId="26606"/>
          <ac:grpSpMkLst>
            <pc:docMk/>
            <pc:sldMk cId="3207085314" sldId="261"/>
            <ac:grpSpMk id="12" creationId="{05314994-6337-4875-8CF5-652CAFE8342C}"/>
          </ac:grpSpMkLst>
        </pc:grpChg>
        <pc:graphicFrameChg chg="add del">
          <ac:chgData name="Musafiri Ndatsikira" userId="b94eb00d-5656-4d17-b47b-7c5df900e35c" providerId="ADAL" clId="{659AD4B1-D8F2-4C58-AEA7-2713ABCA7B73}" dt="2026-01-22T14:09:04.753" v="115" actId="26606"/>
          <ac:graphicFrameMkLst>
            <pc:docMk/>
            <pc:sldMk cId="3207085314" sldId="261"/>
            <ac:graphicFrameMk id="6" creationId="{65217541-DFA2-7381-7600-297A822CECA3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09:09.305" v="116" actId="26606"/>
          <ac:graphicFrameMkLst>
            <pc:docMk/>
            <pc:sldMk cId="3207085314" sldId="261"/>
            <ac:graphicFrameMk id="15" creationId="{5AB55EC1-A268-E341-9C58-795DE318EC39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2277559021" sldId="262"/>
        </pc:sldMkLst>
        <pc:spChg chg="mod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2" creationId="{F8362481-E36D-758C-DA13-799488D0D122}"/>
          </ac:spMkLst>
        </pc:spChg>
        <pc:spChg chg="del">
          <ac:chgData name="Musafiri Ndatsikira" userId="b94eb00d-5656-4d17-b47b-7c5df900e35c" providerId="ADAL" clId="{659AD4B1-D8F2-4C58-AEA7-2713ABCA7B73}" dt="2026-01-22T13:57:37.876" v="30"/>
          <ac:spMkLst>
            <pc:docMk/>
            <pc:sldMk cId="2277559021" sldId="262"/>
            <ac:spMk id="3" creationId="{5754458E-D9B5-35D5-1F57-F6E8687C8D98}"/>
          </ac:spMkLst>
        </pc:spChg>
        <pc:spChg chg="add del mod">
          <ac:chgData name="Musafiri Ndatsikira" userId="b94eb00d-5656-4d17-b47b-7c5df900e35c" providerId="ADAL" clId="{659AD4B1-D8F2-4C58-AEA7-2713ABCA7B73}" dt="2026-01-22T14:09:58.933" v="133" actId="26606"/>
          <ac:spMkLst>
            <pc:docMk/>
            <pc:sldMk cId="2277559021" sldId="262"/>
            <ac:spMk id="4" creationId="{60CFB94F-65B0-35BA-FCC0-4895C2D4B4C5}"/>
          </ac:spMkLst>
        </pc:spChg>
        <pc:spChg chg="add del">
          <ac:chgData name="Musafiri Ndatsikira" userId="b94eb00d-5656-4d17-b47b-7c5df900e35c" providerId="ADAL" clId="{659AD4B1-D8F2-4C58-AEA7-2713ABCA7B73}" dt="2026-01-22T14:09:46.958" v="124" actId="26606"/>
          <ac:spMkLst>
            <pc:docMk/>
            <pc:sldMk cId="2277559021" sldId="262"/>
            <ac:spMk id="9" creationId="{081EA652-8C6A-4E69-BEB9-170809474553}"/>
          </ac:spMkLst>
        </pc:spChg>
        <pc:spChg chg="add del">
          <ac:chgData name="Musafiri Ndatsikira" userId="b94eb00d-5656-4d17-b47b-7c5df900e35c" providerId="ADAL" clId="{659AD4B1-D8F2-4C58-AEA7-2713ABCA7B73}" dt="2026-01-22T14:09:38.635" v="118" actId="26606"/>
          <ac:spMkLst>
            <pc:docMk/>
            <pc:sldMk cId="2277559021" sldId="262"/>
            <ac:spMk id="10" creationId="{738F59A4-4431-460D-8E49-6E65C189A566}"/>
          </ac:spMkLst>
        </pc:spChg>
        <pc:spChg chg="add del">
          <ac:chgData name="Musafiri Ndatsikira" userId="b94eb00d-5656-4d17-b47b-7c5df900e35c" providerId="ADAL" clId="{659AD4B1-D8F2-4C58-AEA7-2713ABCA7B73}" dt="2026-01-22T14:09:41.815" v="122" actId="26606"/>
          <ac:spMkLst>
            <pc:docMk/>
            <pc:sldMk cId="2277559021" sldId="262"/>
            <ac:spMk id="11" creationId="{B50AB553-2A96-4A92-96F2-93548E096954}"/>
          </ac:spMkLst>
        </pc:spChg>
        <pc:spChg chg="add del">
          <ac:chgData name="Musafiri Ndatsikira" userId="b94eb00d-5656-4d17-b47b-7c5df900e35c" providerId="ADAL" clId="{659AD4B1-D8F2-4C58-AEA7-2713ABCA7B73}" dt="2026-01-22T14:09:46.958" v="124" actId="26606"/>
          <ac:spMkLst>
            <pc:docMk/>
            <pc:sldMk cId="2277559021" sldId="262"/>
            <ac:spMk id="13" creationId="{7F488E8B-4E1E-4402-8935-D4E6C02615C7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15" creationId="{CABBD4C1-E6F8-46F6-8152-A8A97490BF4D}"/>
          </ac:spMkLst>
        </pc:spChg>
        <pc:spChg chg="add del">
          <ac:chgData name="Musafiri Ndatsikira" userId="b94eb00d-5656-4d17-b47b-7c5df900e35c" providerId="ADAL" clId="{659AD4B1-D8F2-4C58-AEA7-2713ABCA7B73}" dt="2026-01-22T14:09:40.239" v="120" actId="26606"/>
          <ac:spMkLst>
            <pc:docMk/>
            <pc:sldMk cId="2277559021" sldId="262"/>
            <ac:spMk id="16" creationId="{738F59A4-4431-460D-8E49-6E65C189A566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21" creationId="{88853921-7BC9-4BDE-ACAB-133C683C82D6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23" creationId="{09192968-3AE7-4470-A61C-97294BB92731}"/>
          </ac:spMkLst>
        </pc:spChg>
        <pc:spChg chg="add del">
          <ac:chgData name="Musafiri Ndatsikira" userId="b94eb00d-5656-4d17-b47b-7c5df900e35c" providerId="ADAL" clId="{659AD4B1-D8F2-4C58-AEA7-2713ABCA7B73}" dt="2026-01-22T14:09:46.958" v="124" actId="26606"/>
          <ac:spMkLst>
            <pc:docMk/>
            <pc:sldMk cId="2277559021" sldId="262"/>
            <ac:spMk id="24" creationId="{5298780A-33B9-4EA2-8F67-DE68AD62841B}"/>
          </ac:spMkLst>
        </pc:spChg>
        <pc:spChg chg="add del">
          <ac:chgData name="Musafiri Ndatsikira" userId="b94eb00d-5656-4d17-b47b-7c5df900e35c" providerId="ADAL" clId="{659AD4B1-D8F2-4C58-AEA7-2713ABCA7B73}" dt="2026-01-22T14:09:46.958" v="124" actId="26606"/>
          <ac:spMkLst>
            <pc:docMk/>
            <pc:sldMk cId="2277559021" sldId="262"/>
            <ac:spMk id="25" creationId="{60CFB94F-65B0-35BA-FCC0-4895C2D4B4C5}"/>
          </ac:spMkLst>
        </pc:spChg>
        <pc:spChg chg="add del">
          <ac:chgData name="Musafiri Ndatsikira" userId="b94eb00d-5656-4d17-b47b-7c5df900e35c" providerId="ADAL" clId="{659AD4B1-D8F2-4C58-AEA7-2713ABCA7B73}" dt="2026-01-22T14:09:51.886" v="126" actId="26606"/>
          <ac:spMkLst>
            <pc:docMk/>
            <pc:sldMk cId="2277559021" sldId="262"/>
            <ac:spMk id="27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09:53.688" v="128" actId="26606"/>
          <ac:spMkLst>
            <pc:docMk/>
            <pc:sldMk cId="2277559021" sldId="262"/>
            <ac:spMk id="31" creationId="{98DDA986-B6EE-4642-AC60-0490373E69D0}"/>
          </ac:spMkLst>
        </pc:spChg>
        <pc:spChg chg="add del">
          <ac:chgData name="Musafiri Ndatsikira" userId="b94eb00d-5656-4d17-b47b-7c5df900e35c" providerId="ADAL" clId="{659AD4B1-D8F2-4C58-AEA7-2713ABCA7B73}" dt="2026-01-22T14:09:53.688" v="128" actId="26606"/>
          <ac:spMkLst>
            <pc:docMk/>
            <pc:sldMk cId="2277559021" sldId="262"/>
            <ac:spMk id="32" creationId="{80B62878-12EF-4E97-A284-47BAFC30DA2E}"/>
          </ac:spMkLst>
        </pc:spChg>
        <pc:spChg chg="add del">
          <ac:chgData name="Musafiri Ndatsikira" userId="b94eb00d-5656-4d17-b47b-7c5df900e35c" providerId="ADAL" clId="{659AD4B1-D8F2-4C58-AEA7-2713ABCA7B73}" dt="2026-01-22T14:09:53.688" v="128" actId="26606"/>
          <ac:spMkLst>
            <pc:docMk/>
            <pc:sldMk cId="2277559021" sldId="262"/>
            <ac:spMk id="33" creationId="{6D79188D-1ED5-4705-B8C7-5D6FB7670AB3}"/>
          </ac:spMkLst>
        </pc:spChg>
        <pc:spChg chg="add del">
          <ac:chgData name="Musafiri Ndatsikira" userId="b94eb00d-5656-4d17-b47b-7c5df900e35c" providerId="ADAL" clId="{659AD4B1-D8F2-4C58-AEA7-2713ABCA7B73}" dt="2026-01-22T14:09:53.688" v="128" actId="26606"/>
          <ac:spMkLst>
            <pc:docMk/>
            <pc:sldMk cId="2277559021" sldId="262"/>
            <ac:spMk id="34" creationId="{60CFB94F-65B0-35BA-FCC0-4895C2D4B4C5}"/>
          </ac:spMkLst>
        </pc:spChg>
        <pc:spChg chg="add del">
          <ac:chgData name="Musafiri Ndatsikira" userId="b94eb00d-5656-4d17-b47b-7c5df900e35c" providerId="ADAL" clId="{659AD4B1-D8F2-4C58-AEA7-2713ABCA7B73}" dt="2026-01-22T14:09:55.979" v="130" actId="26606"/>
          <ac:spMkLst>
            <pc:docMk/>
            <pc:sldMk cId="2277559021" sldId="262"/>
            <ac:spMk id="36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40" creationId="{F837543A-6020-4505-A233-C9DB4BF74011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41" creationId="{35B16301-FB18-48BA-A6DD-C37CAF6F9A18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42" creationId="{60CFB94F-65B0-35BA-FCC0-4895C2D4B4C5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43" creationId="{C3C0D90E-074A-4F52-9B11-B52BEF4BCBE5}"/>
          </ac:spMkLst>
        </pc:spChg>
        <pc:spChg chg="add del">
          <ac:chgData name="Musafiri Ndatsikira" userId="b94eb00d-5656-4d17-b47b-7c5df900e35c" providerId="ADAL" clId="{659AD4B1-D8F2-4C58-AEA7-2713ABCA7B73}" dt="2026-01-22T14:09:58.933" v="132" actId="26606"/>
          <ac:spMkLst>
            <pc:docMk/>
            <pc:sldMk cId="2277559021" sldId="262"/>
            <ac:spMk id="45" creationId="{3AB72E55-43E4-4356-BFE8-E2102CB0B505}"/>
          </ac:spMkLst>
        </pc:spChg>
        <pc:grpChg chg="add del">
          <ac:chgData name="Musafiri Ndatsikira" userId="b94eb00d-5656-4d17-b47b-7c5df900e35c" providerId="ADAL" clId="{659AD4B1-D8F2-4C58-AEA7-2713ABCA7B73}" dt="2026-01-22T14:09:38.635" v="118" actId="26606"/>
          <ac:grpSpMkLst>
            <pc:docMk/>
            <pc:sldMk cId="2277559021" sldId="262"/>
            <ac:grpSpMk id="12" creationId="{8A919B9C-5C01-47E4-B2F2-45F589208ABF}"/>
          </ac:grpSpMkLst>
        </pc:grpChg>
        <pc:grpChg chg="add del">
          <ac:chgData name="Musafiri Ndatsikira" userId="b94eb00d-5656-4d17-b47b-7c5df900e35c" providerId="ADAL" clId="{659AD4B1-D8F2-4C58-AEA7-2713ABCA7B73}" dt="2026-01-22T14:09:40.239" v="120" actId="26606"/>
          <ac:grpSpMkLst>
            <pc:docMk/>
            <pc:sldMk cId="2277559021" sldId="262"/>
            <ac:grpSpMk id="17" creationId="{8A919B9C-5C01-47E4-B2F2-45F589208ABF}"/>
          </ac:grpSpMkLst>
        </pc:grpChg>
        <pc:graphicFrameChg chg="add del">
          <ac:chgData name="Musafiri Ndatsikira" userId="b94eb00d-5656-4d17-b47b-7c5df900e35c" providerId="ADAL" clId="{659AD4B1-D8F2-4C58-AEA7-2713ABCA7B73}" dt="2026-01-22T14:09:38.635" v="118" actId="26606"/>
          <ac:graphicFrameMkLst>
            <pc:docMk/>
            <pc:sldMk cId="2277559021" sldId="262"/>
            <ac:graphicFrameMk id="6" creationId="{7BCC727B-BADF-4B7D-38A4-AD52C2A72D9C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09:40.239" v="120" actId="26606"/>
          <ac:graphicFrameMkLst>
            <pc:docMk/>
            <pc:sldMk cId="2277559021" sldId="262"/>
            <ac:graphicFrameMk id="20" creationId="{CBE89BDC-4351-968D-0876-0B5D479448FB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09:41.815" v="122" actId="26606"/>
          <ac:graphicFrameMkLst>
            <pc:docMk/>
            <pc:sldMk cId="2277559021" sldId="262"/>
            <ac:graphicFrameMk id="22" creationId="{B2C882D5-0282-8853-D69C-C1EC13B23A31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09:51.886" v="126" actId="26606"/>
          <ac:graphicFrameMkLst>
            <pc:docMk/>
            <pc:sldMk cId="2277559021" sldId="262"/>
            <ac:graphicFrameMk id="29" creationId="{02C07598-543B-5D19-37A8-70CDAD30D7BD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09:55.979" v="130" actId="26606"/>
          <ac:graphicFrameMkLst>
            <pc:docMk/>
            <pc:sldMk cId="2277559021" sldId="262"/>
            <ac:graphicFrameMk id="38" creationId="{02C07598-543B-5D19-37A8-70CDAD30D7BD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09:58.933" v="133" actId="26606"/>
          <ac:graphicFrameMkLst>
            <pc:docMk/>
            <pc:sldMk cId="2277559021" sldId="262"/>
            <ac:graphicFrameMk id="47" creationId="{6837B208-A80D-1D4D-6362-B7E45C7E40F5}"/>
          </ac:graphicFrameMkLst>
        </pc:graphicFrameChg>
        <pc:picChg chg="add del">
          <ac:chgData name="Musafiri Ndatsikira" userId="b94eb00d-5656-4d17-b47b-7c5df900e35c" providerId="ADAL" clId="{659AD4B1-D8F2-4C58-AEA7-2713ABCA7B73}" dt="2026-01-22T14:09:41.815" v="122" actId="26606"/>
          <ac:picMkLst>
            <pc:docMk/>
            <pc:sldMk cId="2277559021" sldId="262"/>
            <ac:picMk id="7" creationId="{CC6D887A-12B7-7D6C-5741-E95E37A727D3}"/>
          </ac:picMkLst>
        </pc:picChg>
        <pc:cxnChg chg="add del">
          <ac:chgData name="Musafiri Ndatsikira" userId="b94eb00d-5656-4d17-b47b-7c5df900e35c" providerId="ADAL" clId="{659AD4B1-D8F2-4C58-AEA7-2713ABCA7B73}" dt="2026-01-22T14:09:51.886" v="126" actId="26606"/>
          <ac:cxnSpMkLst>
            <pc:docMk/>
            <pc:sldMk cId="2277559021" sldId="262"/>
            <ac:cxnSpMk id="28" creationId="{C8F51B3F-8331-4E4A-AE96-D47B1006EEAD}"/>
          </ac:cxnSpMkLst>
        </pc:cxnChg>
        <pc:cxnChg chg="add del">
          <ac:chgData name="Musafiri Ndatsikira" userId="b94eb00d-5656-4d17-b47b-7c5df900e35c" providerId="ADAL" clId="{659AD4B1-D8F2-4C58-AEA7-2713ABCA7B73}" dt="2026-01-22T14:09:55.979" v="130" actId="26606"/>
          <ac:cxnSpMkLst>
            <pc:docMk/>
            <pc:sldMk cId="2277559021" sldId="262"/>
            <ac:cxnSpMk id="37" creationId="{C8F51B3F-8331-4E4A-AE96-D47B1006EEAD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4265540811" sldId="263"/>
        </pc:sldMkLst>
        <pc:spChg chg="mod">
          <ac:chgData name="Musafiri Ndatsikira" userId="b94eb00d-5656-4d17-b47b-7c5df900e35c" providerId="ADAL" clId="{659AD4B1-D8F2-4C58-AEA7-2713ABCA7B73}" dt="2026-01-22T14:10:11.677" v="134" actId="26606"/>
          <ac:spMkLst>
            <pc:docMk/>
            <pc:sldMk cId="4265540811" sldId="263"/>
            <ac:spMk id="2" creationId="{2CF12838-CA06-2781-02CA-8D23C382652C}"/>
          </ac:spMkLst>
        </pc:spChg>
        <pc:spChg chg="del">
          <ac:chgData name="Musafiri Ndatsikira" userId="b94eb00d-5656-4d17-b47b-7c5df900e35c" providerId="ADAL" clId="{659AD4B1-D8F2-4C58-AEA7-2713ABCA7B73}" dt="2026-01-22T13:57:59.753" v="32"/>
          <ac:spMkLst>
            <pc:docMk/>
            <pc:sldMk cId="4265540811" sldId="263"/>
            <ac:spMk id="3" creationId="{32A965B8-740F-15CD-6B3F-64CA7B7178A7}"/>
          </ac:spMkLst>
        </pc:spChg>
        <pc:spChg chg="add del mod">
          <ac:chgData name="Musafiri Ndatsikira" userId="b94eb00d-5656-4d17-b47b-7c5df900e35c" providerId="ADAL" clId="{659AD4B1-D8F2-4C58-AEA7-2713ABCA7B73}" dt="2026-01-22T14:10:11.677" v="134" actId="26606"/>
          <ac:spMkLst>
            <pc:docMk/>
            <pc:sldMk cId="4265540811" sldId="263"/>
            <ac:spMk id="4" creationId="{69610FD9-3FA5-624A-513A-A5E31AA9B5B0}"/>
          </ac:spMkLst>
        </pc:spChg>
        <pc:spChg chg="add">
          <ac:chgData name="Musafiri Ndatsikira" userId="b94eb00d-5656-4d17-b47b-7c5df900e35c" providerId="ADAL" clId="{659AD4B1-D8F2-4C58-AEA7-2713ABCA7B73}" dt="2026-01-22T14:10:11.677" v="134" actId="26606"/>
          <ac:spMkLst>
            <pc:docMk/>
            <pc:sldMk cId="4265540811" sldId="263"/>
            <ac:spMk id="10" creationId="{2659FDB4-FCBE-4A89-B46D-43D4FA54464D}"/>
          </ac:spMkLst>
        </pc:spChg>
        <pc:spChg chg="add">
          <ac:chgData name="Musafiri Ndatsikira" userId="b94eb00d-5656-4d17-b47b-7c5df900e35c" providerId="ADAL" clId="{659AD4B1-D8F2-4C58-AEA7-2713ABCA7B73}" dt="2026-01-22T14:10:11.677" v="134" actId="26606"/>
          <ac:spMkLst>
            <pc:docMk/>
            <pc:sldMk cId="4265540811" sldId="263"/>
            <ac:spMk id="14" creationId="{58BDB0EE-D238-415B-9ED8-62AA6AB2AAD1}"/>
          </ac:spMkLst>
        </pc:spChg>
        <pc:spChg chg="add">
          <ac:chgData name="Musafiri Ndatsikira" userId="b94eb00d-5656-4d17-b47b-7c5df900e35c" providerId="ADAL" clId="{659AD4B1-D8F2-4C58-AEA7-2713ABCA7B73}" dt="2026-01-22T14:10:11.677" v="134" actId="26606"/>
          <ac:spMkLst>
            <pc:docMk/>
            <pc:sldMk cId="4265540811" sldId="263"/>
            <ac:spMk id="16" creationId="{C5B55FC3-961D-4325-82F1-DE92B0D04E03}"/>
          </ac:spMkLst>
        </pc:spChg>
        <pc:spChg chg="add">
          <ac:chgData name="Musafiri Ndatsikira" userId="b94eb00d-5656-4d17-b47b-7c5df900e35c" providerId="ADAL" clId="{659AD4B1-D8F2-4C58-AEA7-2713ABCA7B73}" dt="2026-01-22T14:10:11.677" v="134" actId="26606"/>
          <ac:spMkLst>
            <pc:docMk/>
            <pc:sldMk cId="4265540811" sldId="263"/>
            <ac:spMk id="18" creationId="{4C8AB332-D09E-4F28-943C-DABDD4716A3C}"/>
          </ac:spMkLst>
        </pc:spChg>
        <pc:graphicFrameChg chg="add">
          <ac:chgData name="Musafiri Ndatsikira" userId="b94eb00d-5656-4d17-b47b-7c5df900e35c" providerId="ADAL" clId="{659AD4B1-D8F2-4C58-AEA7-2713ABCA7B73}" dt="2026-01-22T14:10:11.677" v="134" actId="26606"/>
          <ac:graphicFrameMkLst>
            <pc:docMk/>
            <pc:sldMk cId="4265540811" sldId="263"/>
            <ac:graphicFrameMk id="6" creationId="{DF927505-663A-1858-32D0-A961D5214FF5}"/>
          </ac:graphicFrameMkLst>
        </pc:graphicFrameChg>
        <pc:cxnChg chg="add">
          <ac:chgData name="Musafiri Ndatsikira" userId="b94eb00d-5656-4d17-b47b-7c5df900e35c" providerId="ADAL" clId="{659AD4B1-D8F2-4C58-AEA7-2713ABCA7B73}" dt="2026-01-22T14:10:11.677" v="134" actId="26606"/>
          <ac:cxnSpMkLst>
            <pc:docMk/>
            <pc:sldMk cId="4265540811" sldId="263"/>
            <ac:cxnSpMk id="12" creationId="{C8F51B3F-8331-4E4A-AE96-D47B1006EEAD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2839421816" sldId="264"/>
        </pc:sldMkLst>
        <pc:spChg chg="mod">
          <ac:chgData name="Musafiri Ndatsikira" userId="b94eb00d-5656-4d17-b47b-7c5df900e35c" providerId="ADAL" clId="{659AD4B1-D8F2-4C58-AEA7-2713ABCA7B73}" dt="2026-01-22T14:10:48.140" v="153" actId="26606"/>
          <ac:spMkLst>
            <pc:docMk/>
            <pc:sldMk cId="2839421816" sldId="264"/>
            <ac:spMk id="2" creationId="{38905AB9-490A-F687-6020-4F4F36AEEA0A}"/>
          </ac:spMkLst>
        </pc:spChg>
        <pc:spChg chg="del">
          <ac:chgData name="Musafiri Ndatsikira" userId="b94eb00d-5656-4d17-b47b-7c5df900e35c" providerId="ADAL" clId="{659AD4B1-D8F2-4C58-AEA7-2713ABCA7B73}" dt="2026-01-22T13:58:20.480" v="35"/>
          <ac:spMkLst>
            <pc:docMk/>
            <pc:sldMk cId="2839421816" sldId="264"/>
            <ac:spMk id="3" creationId="{5B11A9B3-52CA-F401-B02F-1DEB5B106038}"/>
          </ac:spMkLst>
        </pc:spChg>
        <pc:spChg chg="add del mod">
          <ac:chgData name="Musafiri Ndatsikira" userId="b94eb00d-5656-4d17-b47b-7c5df900e35c" providerId="ADAL" clId="{659AD4B1-D8F2-4C58-AEA7-2713ABCA7B73}" dt="2026-01-22T14:10:48.140" v="153" actId="26606"/>
          <ac:spMkLst>
            <pc:docMk/>
            <pc:sldMk cId="2839421816" sldId="264"/>
            <ac:spMk id="4" creationId="{71C2ED9F-7FFE-D8DE-D1CD-0377DE322571}"/>
          </ac:spMkLst>
        </pc:spChg>
        <pc:spChg chg="add del">
          <ac:chgData name="Musafiri Ndatsikira" userId="b94eb00d-5656-4d17-b47b-7c5df900e35c" providerId="ADAL" clId="{659AD4B1-D8F2-4C58-AEA7-2713ABCA7B73}" dt="2026-01-22T14:10:37.467" v="142" actId="26606"/>
          <ac:spMkLst>
            <pc:docMk/>
            <pc:sldMk cId="2839421816" sldId="264"/>
            <ac:spMk id="9" creationId="{081EA652-8C6A-4E69-BEB9-170809474553}"/>
          </ac:spMkLst>
        </pc:spChg>
        <pc:spChg chg="add del">
          <ac:chgData name="Musafiri Ndatsikira" userId="b94eb00d-5656-4d17-b47b-7c5df900e35c" providerId="ADAL" clId="{659AD4B1-D8F2-4C58-AEA7-2713ABCA7B73}" dt="2026-01-22T14:10:26.702" v="136" actId="26606"/>
          <ac:spMkLst>
            <pc:docMk/>
            <pc:sldMk cId="2839421816" sldId="264"/>
            <ac:spMk id="10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0:37.467" v="142" actId="26606"/>
          <ac:spMkLst>
            <pc:docMk/>
            <pc:sldMk cId="2839421816" sldId="264"/>
            <ac:spMk id="11" creationId="{5298780A-33B9-4EA2-8F67-DE68AD62841B}"/>
          </ac:spMkLst>
        </pc:spChg>
        <pc:spChg chg="add del">
          <ac:chgData name="Musafiri Ndatsikira" userId="b94eb00d-5656-4d17-b47b-7c5df900e35c" providerId="ADAL" clId="{659AD4B1-D8F2-4C58-AEA7-2713ABCA7B73}" dt="2026-01-22T14:10:37.467" v="142" actId="26606"/>
          <ac:spMkLst>
            <pc:docMk/>
            <pc:sldMk cId="2839421816" sldId="264"/>
            <ac:spMk id="13" creationId="{7F488E8B-4E1E-4402-8935-D4E6C02615C7}"/>
          </ac:spMkLst>
        </pc:spChg>
        <pc:spChg chg="add del">
          <ac:chgData name="Musafiri Ndatsikira" userId="b94eb00d-5656-4d17-b47b-7c5df900e35c" providerId="ADAL" clId="{659AD4B1-D8F2-4C58-AEA7-2713ABCA7B73}" dt="2026-01-22T14:10:26.702" v="136" actId="26606"/>
          <ac:spMkLst>
            <pc:docMk/>
            <pc:sldMk cId="2839421816" sldId="264"/>
            <ac:spMk id="14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0:26.702" v="136" actId="26606"/>
          <ac:spMkLst>
            <pc:docMk/>
            <pc:sldMk cId="2839421816" sldId="264"/>
            <ac:spMk id="16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0:26.702" v="136" actId="26606"/>
          <ac:spMkLst>
            <pc:docMk/>
            <pc:sldMk cId="2839421816" sldId="264"/>
            <ac:spMk id="18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0:32.956" v="138" actId="26606"/>
          <ac:spMkLst>
            <pc:docMk/>
            <pc:sldMk cId="2839421816" sldId="264"/>
            <ac:spMk id="20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0:32.956" v="138" actId="26606"/>
          <ac:spMkLst>
            <pc:docMk/>
            <pc:sldMk cId="2839421816" sldId="264"/>
            <ac:spMk id="22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0:32.956" v="138" actId="26606"/>
          <ac:spMkLst>
            <pc:docMk/>
            <pc:sldMk cId="2839421816" sldId="264"/>
            <ac:spMk id="23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0:32.956" v="138" actId="26606"/>
          <ac:spMkLst>
            <pc:docMk/>
            <pc:sldMk cId="2839421816" sldId="264"/>
            <ac:spMk id="24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0:36.397" v="140" actId="26606"/>
          <ac:spMkLst>
            <pc:docMk/>
            <pc:sldMk cId="2839421816" sldId="264"/>
            <ac:spMk id="27" creationId="{BACC6370-2D7E-4714-9D71-7542949D7D5D}"/>
          </ac:spMkLst>
        </pc:spChg>
        <pc:spChg chg="add del">
          <ac:chgData name="Musafiri Ndatsikira" userId="b94eb00d-5656-4d17-b47b-7c5df900e35c" providerId="ADAL" clId="{659AD4B1-D8F2-4C58-AEA7-2713ABCA7B73}" dt="2026-01-22T14:10:36.397" v="140" actId="26606"/>
          <ac:spMkLst>
            <pc:docMk/>
            <pc:sldMk cId="2839421816" sldId="264"/>
            <ac:spMk id="28" creationId="{F68B3F68-107C-434F-AA38-110D5EA91B85}"/>
          </ac:spMkLst>
        </pc:spChg>
        <pc:spChg chg="add del">
          <ac:chgData name="Musafiri Ndatsikira" userId="b94eb00d-5656-4d17-b47b-7c5df900e35c" providerId="ADAL" clId="{659AD4B1-D8F2-4C58-AEA7-2713ABCA7B73}" dt="2026-01-22T14:10:36.397" v="140" actId="26606"/>
          <ac:spMkLst>
            <pc:docMk/>
            <pc:sldMk cId="2839421816" sldId="264"/>
            <ac:spMk id="29" creationId="{AAD0DBB9-1A4B-4391-81D4-CB19F9AB918A}"/>
          </ac:spMkLst>
        </pc:spChg>
        <pc:spChg chg="add del">
          <ac:chgData name="Musafiri Ndatsikira" userId="b94eb00d-5656-4d17-b47b-7c5df900e35c" providerId="ADAL" clId="{659AD4B1-D8F2-4C58-AEA7-2713ABCA7B73}" dt="2026-01-22T14:10:36.397" v="140" actId="26606"/>
          <ac:spMkLst>
            <pc:docMk/>
            <pc:sldMk cId="2839421816" sldId="264"/>
            <ac:spMk id="30" creationId="{063BBA22-50EA-4C4D-BE05-F1CE4E63AA56}"/>
          </ac:spMkLst>
        </pc:spChg>
        <pc:spChg chg="add del">
          <ac:chgData name="Musafiri Ndatsikira" userId="b94eb00d-5656-4d17-b47b-7c5df900e35c" providerId="ADAL" clId="{659AD4B1-D8F2-4C58-AEA7-2713ABCA7B73}" dt="2026-01-22T14:10:37.467" v="142" actId="26606"/>
          <ac:spMkLst>
            <pc:docMk/>
            <pc:sldMk cId="2839421816" sldId="264"/>
            <ac:spMk id="33" creationId="{71C2ED9F-7FFE-D8DE-D1CD-0377DE322571}"/>
          </ac:spMkLst>
        </pc:spChg>
        <pc:spChg chg="add del">
          <ac:chgData name="Musafiri Ndatsikira" userId="b94eb00d-5656-4d17-b47b-7c5df900e35c" providerId="ADAL" clId="{659AD4B1-D8F2-4C58-AEA7-2713ABCA7B73}" dt="2026-01-22T14:10:40.525" v="144" actId="26606"/>
          <ac:spMkLst>
            <pc:docMk/>
            <pc:sldMk cId="2839421816" sldId="264"/>
            <ac:spMk id="35" creationId="{98DDA986-B6EE-4642-AC60-0490373E69D0}"/>
          </ac:spMkLst>
        </pc:spChg>
        <pc:spChg chg="add del">
          <ac:chgData name="Musafiri Ndatsikira" userId="b94eb00d-5656-4d17-b47b-7c5df900e35c" providerId="ADAL" clId="{659AD4B1-D8F2-4C58-AEA7-2713ABCA7B73}" dt="2026-01-22T14:10:40.525" v="144" actId="26606"/>
          <ac:spMkLst>
            <pc:docMk/>
            <pc:sldMk cId="2839421816" sldId="264"/>
            <ac:spMk id="36" creationId="{80B62878-12EF-4E97-A284-47BAFC30DA2E}"/>
          </ac:spMkLst>
        </pc:spChg>
        <pc:spChg chg="add del">
          <ac:chgData name="Musafiri Ndatsikira" userId="b94eb00d-5656-4d17-b47b-7c5df900e35c" providerId="ADAL" clId="{659AD4B1-D8F2-4C58-AEA7-2713ABCA7B73}" dt="2026-01-22T14:10:40.525" v="144" actId="26606"/>
          <ac:spMkLst>
            <pc:docMk/>
            <pc:sldMk cId="2839421816" sldId="264"/>
            <ac:spMk id="37" creationId="{6D79188D-1ED5-4705-B8C7-5D6FB7670AB3}"/>
          </ac:spMkLst>
        </pc:spChg>
        <pc:spChg chg="add del">
          <ac:chgData name="Musafiri Ndatsikira" userId="b94eb00d-5656-4d17-b47b-7c5df900e35c" providerId="ADAL" clId="{659AD4B1-D8F2-4C58-AEA7-2713ABCA7B73}" dt="2026-01-22T14:10:40.525" v="144" actId="26606"/>
          <ac:spMkLst>
            <pc:docMk/>
            <pc:sldMk cId="2839421816" sldId="264"/>
            <ac:spMk id="38" creationId="{71C2ED9F-7FFE-D8DE-D1CD-0377DE322571}"/>
          </ac:spMkLst>
        </pc:spChg>
        <pc:spChg chg="add del">
          <ac:chgData name="Musafiri Ndatsikira" userId="b94eb00d-5656-4d17-b47b-7c5df900e35c" providerId="ADAL" clId="{659AD4B1-D8F2-4C58-AEA7-2713ABCA7B73}" dt="2026-01-22T14:10:48.108" v="152" actId="26606"/>
          <ac:spMkLst>
            <pc:docMk/>
            <pc:sldMk cId="2839421816" sldId="264"/>
            <ac:spMk id="46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0:48.108" v="152" actId="26606"/>
          <ac:spMkLst>
            <pc:docMk/>
            <pc:sldMk cId="2839421816" sldId="264"/>
            <ac:spMk id="48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0:48.108" v="152" actId="26606"/>
          <ac:spMkLst>
            <pc:docMk/>
            <pc:sldMk cId="2839421816" sldId="264"/>
            <ac:spMk id="49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0:48.108" v="152" actId="26606"/>
          <ac:spMkLst>
            <pc:docMk/>
            <pc:sldMk cId="2839421816" sldId="264"/>
            <ac:spMk id="50" creationId="{4C8AB332-D09E-4F28-943C-DABDD4716A3C}"/>
          </ac:spMkLst>
        </pc:spChg>
        <pc:spChg chg="add">
          <ac:chgData name="Musafiri Ndatsikira" userId="b94eb00d-5656-4d17-b47b-7c5df900e35c" providerId="ADAL" clId="{659AD4B1-D8F2-4C58-AEA7-2713ABCA7B73}" dt="2026-01-22T14:10:48.140" v="153" actId="26606"/>
          <ac:spMkLst>
            <pc:docMk/>
            <pc:sldMk cId="2839421816" sldId="264"/>
            <ac:spMk id="53" creationId="{2659FDB4-FCBE-4A89-B46D-43D4FA54464D}"/>
          </ac:spMkLst>
        </pc:spChg>
        <pc:spChg chg="add">
          <ac:chgData name="Musafiri Ndatsikira" userId="b94eb00d-5656-4d17-b47b-7c5df900e35c" providerId="ADAL" clId="{659AD4B1-D8F2-4C58-AEA7-2713ABCA7B73}" dt="2026-01-22T14:10:48.140" v="153" actId="26606"/>
          <ac:spMkLst>
            <pc:docMk/>
            <pc:sldMk cId="2839421816" sldId="264"/>
            <ac:spMk id="55" creationId="{58BDB0EE-D238-415B-9ED8-62AA6AB2AAD1}"/>
          </ac:spMkLst>
        </pc:spChg>
        <pc:spChg chg="add">
          <ac:chgData name="Musafiri Ndatsikira" userId="b94eb00d-5656-4d17-b47b-7c5df900e35c" providerId="ADAL" clId="{659AD4B1-D8F2-4C58-AEA7-2713ABCA7B73}" dt="2026-01-22T14:10:48.140" v="153" actId="26606"/>
          <ac:spMkLst>
            <pc:docMk/>
            <pc:sldMk cId="2839421816" sldId="264"/>
            <ac:spMk id="56" creationId="{C5B55FC3-961D-4325-82F1-DE92B0D04E03}"/>
          </ac:spMkLst>
        </pc:spChg>
        <pc:spChg chg="add">
          <ac:chgData name="Musafiri Ndatsikira" userId="b94eb00d-5656-4d17-b47b-7c5df900e35c" providerId="ADAL" clId="{659AD4B1-D8F2-4C58-AEA7-2713ABCA7B73}" dt="2026-01-22T14:10:48.140" v="153" actId="26606"/>
          <ac:spMkLst>
            <pc:docMk/>
            <pc:sldMk cId="2839421816" sldId="264"/>
            <ac:spMk id="57" creationId="{4C8AB332-D09E-4F28-943C-DABDD4716A3C}"/>
          </ac:spMkLst>
        </pc:spChg>
        <pc:graphicFrameChg chg="add del">
          <ac:chgData name="Musafiri Ndatsikira" userId="b94eb00d-5656-4d17-b47b-7c5df900e35c" providerId="ADAL" clId="{659AD4B1-D8F2-4C58-AEA7-2713ABCA7B73}" dt="2026-01-22T14:10:26.702" v="136" actId="26606"/>
          <ac:graphicFrameMkLst>
            <pc:docMk/>
            <pc:sldMk cId="2839421816" sldId="264"/>
            <ac:graphicFrameMk id="6" creationId="{367D9E4B-98F7-15CA-8907-5565D15370F2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0:32.956" v="138" actId="26606"/>
          <ac:graphicFrameMkLst>
            <pc:docMk/>
            <pc:sldMk cId="2839421816" sldId="264"/>
            <ac:graphicFrameMk id="25" creationId="{DE625680-6081-EB5C-292E-FC6C5DB4A375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0:36.397" v="140" actId="26606"/>
          <ac:graphicFrameMkLst>
            <pc:docMk/>
            <pc:sldMk cId="2839421816" sldId="264"/>
            <ac:graphicFrameMk id="31" creationId="{ABC1F60C-C7FF-716E-55E2-9F70E415675E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0:43.280" v="146" actId="26606"/>
          <ac:graphicFrameMkLst>
            <pc:docMk/>
            <pc:sldMk cId="2839421816" sldId="264"/>
            <ac:graphicFrameMk id="40" creationId="{CFCA8CEC-5DBD-3AF1-DBAE-2D836764F020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0:44.060" v="148" actId="26606"/>
          <ac:graphicFrameMkLst>
            <pc:docMk/>
            <pc:sldMk cId="2839421816" sldId="264"/>
            <ac:graphicFrameMk id="42" creationId="{ACFEE587-3F96-8A6A-48E2-2DB1E3C540C7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0:47.108" v="150" actId="26606"/>
          <ac:graphicFrameMkLst>
            <pc:docMk/>
            <pc:sldMk cId="2839421816" sldId="264"/>
            <ac:graphicFrameMk id="44" creationId="{02179379-B5E1-426D-16C7-217DF5E6BBE3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0:48.108" v="152" actId="26606"/>
          <ac:graphicFrameMkLst>
            <pc:docMk/>
            <pc:sldMk cId="2839421816" sldId="264"/>
            <ac:graphicFrameMk id="51" creationId="{367D9E4B-98F7-15CA-8907-5565D15370F2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0:48.140" v="153" actId="26606"/>
          <ac:graphicFrameMkLst>
            <pc:docMk/>
            <pc:sldMk cId="2839421816" sldId="264"/>
            <ac:graphicFrameMk id="58" creationId="{DE625680-6081-EB5C-292E-FC6C5DB4A375}"/>
          </ac:graphicFrameMkLst>
        </pc:graphicFrameChg>
        <pc:cxnChg chg="add del">
          <ac:chgData name="Musafiri Ndatsikira" userId="b94eb00d-5656-4d17-b47b-7c5df900e35c" providerId="ADAL" clId="{659AD4B1-D8F2-4C58-AEA7-2713ABCA7B73}" dt="2026-01-22T14:10:26.702" v="136" actId="26606"/>
          <ac:cxnSpMkLst>
            <pc:docMk/>
            <pc:sldMk cId="2839421816" sldId="264"/>
            <ac:cxnSpMk id="12" creationId="{C8F51B3F-8331-4E4A-AE96-D47B1006EEAD}"/>
          </ac:cxnSpMkLst>
        </pc:cxnChg>
        <pc:cxnChg chg="add del">
          <ac:chgData name="Musafiri Ndatsikira" userId="b94eb00d-5656-4d17-b47b-7c5df900e35c" providerId="ADAL" clId="{659AD4B1-D8F2-4C58-AEA7-2713ABCA7B73}" dt="2026-01-22T14:10:32.956" v="138" actId="26606"/>
          <ac:cxnSpMkLst>
            <pc:docMk/>
            <pc:sldMk cId="2839421816" sldId="264"/>
            <ac:cxnSpMk id="21" creationId="{C8F51B3F-8331-4E4A-AE96-D47B1006EEAD}"/>
          </ac:cxnSpMkLst>
        </pc:cxnChg>
        <pc:cxnChg chg="add del">
          <ac:chgData name="Musafiri Ndatsikira" userId="b94eb00d-5656-4d17-b47b-7c5df900e35c" providerId="ADAL" clId="{659AD4B1-D8F2-4C58-AEA7-2713ABCA7B73}" dt="2026-01-22T14:10:48.108" v="152" actId="26606"/>
          <ac:cxnSpMkLst>
            <pc:docMk/>
            <pc:sldMk cId="2839421816" sldId="264"/>
            <ac:cxnSpMk id="47" creationId="{C8F51B3F-8331-4E4A-AE96-D47B1006EEAD}"/>
          </ac:cxnSpMkLst>
        </pc:cxnChg>
        <pc:cxnChg chg="add">
          <ac:chgData name="Musafiri Ndatsikira" userId="b94eb00d-5656-4d17-b47b-7c5df900e35c" providerId="ADAL" clId="{659AD4B1-D8F2-4C58-AEA7-2713ABCA7B73}" dt="2026-01-22T14:10:48.140" v="153" actId="26606"/>
          <ac:cxnSpMkLst>
            <pc:docMk/>
            <pc:sldMk cId="2839421816" sldId="264"/>
            <ac:cxnSpMk id="54" creationId="{C8F51B3F-8331-4E4A-AE96-D47B1006EEAD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758358587" sldId="265"/>
        </pc:sldMkLst>
        <pc:spChg chg="mod">
          <ac:chgData name="Musafiri Ndatsikira" userId="b94eb00d-5656-4d17-b47b-7c5df900e35c" providerId="ADAL" clId="{659AD4B1-D8F2-4C58-AEA7-2713ABCA7B73}" dt="2026-01-22T14:11:31.144" v="162" actId="26606"/>
          <ac:spMkLst>
            <pc:docMk/>
            <pc:sldMk cId="3758358587" sldId="265"/>
            <ac:spMk id="2" creationId="{70B59142-D3C9-1906-B890-A1F9B834B619}"/>
          </ac:spMkLst>
        </pc:spChg>
        <pc:spChg chg="del">
          <ac:chgData name="Musafiri Ndatsikira" userId="b94eb00d-5656-4d17-b47b-7c5df900e35c" providerId="ADAL" clId="{659AD4B1-D8F2-4C58-AEA7-2713ABCA7B73}" dt="2026-01-22T13:58:39.524" v="38"/>
          <ac:spMkLst>
            <pc:docMk/>
            <pc:sldMk cId="3758358587" sldId="265"/>
            <ac:spMk id="3" creationId="{589DC585-0FFA-FF54-9344-2C355EADC569}"/>
          </ac:spMkLst>
        </pc:spChg>
        <pc:spChg chg="add del mod">
          <ac:chgData name="Musafiri Ndatsikira" userId="b94eb00d-5656-4d17-b47b-7c5df900e35c" providerId="ADAL" clId="{659AD4B1-D8F2-4C58-AEA7-2713ABCA7B73}" dt="2026-01-22T14:11:31.144" v="162" actId="26606"/>
          <ac:spMkLst>
            <pc:docMk/>
            <pc:sldMk cId="3758358587" sldId="265"/>
            <ac:spMk id="4" creationId="{2A601374-6467-3F02-67E1-BF4CE124E1FD}"/>
          </ac:spMkLst>
        </pc:spChg>
        <pc:spChg chg="add del">
          <ac:chgData name="Musafiri Ndatsikira" userId="b94eb00d-5656-4d17-b47b-7c5df900e35c" providerId="ADAL" clId="{659AD4B1-D8F2-4C58-AEA7-2713ABCA7B73}" dt="2026-01-22T14:11:01.397" v="155" actId="26606"/>
          <ac:spMkLst>
            <pc:docMk/>
            <pc:sldMk cId="3758358587" sldId="265"/>
            <ac:spMk id="10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1:01.397" v="155" actId="26606"/>
          <ac:spMkLst>
            <pc:docMk/>
            <pc:sldMk cId="3758358587" sldId="265"/>
            <ac:spMk id="14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1:01.397" v="155" actId="26606"/>
          <ac:spMkLst>
            <pc:docMk/>
            <pc:sldMk cId="3758358587" sldId="265"/>
            <ac:spMk id="16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1:01.397" v="155" actId="26606"/>
          <ac:spMkLst>
            <pc:docMk/>
            <pc:sldMk cId="3758358587" sldId="265"/>
            <ac:spMk id="18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1:14.592" v="157" actId="26606"/>
          <ac:spMkLst>
            <pc:docMk/>
            <pc:sldMk cId="3758358587" sldId="265"/>
            <ac:spMk id="20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1:14.592" v="157" actId="26606"/>
          <ac:spMkLst>
            <pc:docMk/>
            <pc:sldMk cId="3758358587" sldId="265"/>
            <ac:spMk id="22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1:14.592" v="157" actId="26606"/>
          <ac:spMkLst>
            <pc:docMk/>
            <pc:sldMk cId="3758358587" sldId="265"/>
            <ac:spMk id="23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1:14.592" v="157" actId="26606"/>
          <ac:spMkLst>
            <pc:docMk/>
            <pc:sldMk cId="3758358587" sldId="265"/>
            <ac:spMk id="24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1:31.110" v="161" actId="26606"/>
          <ac:spMkLst>
            <pc:docMk/>
            <pc:sldMk cId="3758358587" sldId="265"/>
            <ac:spMk id="29" creationId="{D9A7F3BF-8763-4074-AD77-92790AF314D1}"/>
          </ac:spMkLst>
        </pc:spChg>
        <pc:spChg chg="add">
          <ac:chgData name="Musafiri Ndatsikira" userId="b94eb00d-5656-4d17-b47b-7c5df900e35c" providerId="ADAL" clId="{659AD4B1-D8F2-4C58-AEA7-2713ABCA7B73}" dt="2026-01-22T14:11:31.144" v="162" actId="26606"/>
          <ac:spMkLst>
            <pc:docMk/>
            <pc:sldMk cId="3758358587" sldId="265"/>
            <ac:spMk id="34" creationId="{2659FDB4-FCBE-4A89-B46D-43D4FA54464D}"/>
          </ac:spMkLst>
        </pc:spChg>
        <pc:spChg chg="add">
          <ac:chgData name="Musafiri Ndatsikira" userId="b94eb00d-5656-4d17-b47b-7c5df900e35c" providerId="ADAL" clId="{659AD4B1-D8F2-4C58-AEA7-2713ABCA7B73}" dt="2026-01-22T14:11:31.144" v="162" actId="26606"/>
          <ac:spMkLst>
            <pc:docMk/>
            <pc:sldMk cId="3758358587" sldId="265"/>
            <ac:spMk id="36" creationId="{58BDB0EE-D238-415B-9ED8-62AA6AB2AAD1}"/>
          </ac:spMkLst>
        </pc:spChg>
        <pc:spChg chg="add">
          <ac:chgData name="Musafiri Ndatsikira" userId="b94eb00d-5656-4d17-b47b-7c5df900e35c" providerId="ADAL" clId="{659AD4B1-D8F2-4C58-AEA7-2713ABCA7B73}" dt="2026-01-22T14:11:31.144" v="162" actId="26606"/>
          <ac:spMkLst>
            <pc:docMk/>
            <pc:sldMk cId="3758358587" sldId="265"/>
            <ac:spMk id="37" creationId="{C5B55FC3-961D-4325-82F1-DE92B0D04E03}"/>
          </ac:spMkLst>
        </pc:spChg>
        <pc:spChg chg="add">
          <ac:chgData name="Musafiri Ndatsikira" userId="b94eb00d-5656-4d17-b47b-7c5df900e35c" providerId="ADAL" clId="{659AD4B1-D8F2-4C58-AEA7-2713ABCA7B73}" dt="2026-01-22T14:11:31.144" v="162" actId="26606"/>
          <ac:spMkLst>
            <pc:docMk/>
            <pc:sldMk cId="3758358587" sldId="265"/>
            <ac:spMk id="38" creationId="{4C8AB332-D09E-4F28-943C-DABDD4716A3C}"/>
          </ac:spMkLst>
        </pc:spChg>
        <pc:grpChg chg="add del">
          <ac:chgData name="Musafiri Ndatsikira" userId="b94eb00d-5656-4d17-b47b-7c5df900e35c" providerId="ADAL" clId="{659AD4B1-D8F2-4C58-AEA7-2713ABCA7B73}" dt="2026-01-22T14:11:31.110" v="161" actId="26606"/>
          <ac:grpSpMkLst>
            <pc:docMk/>
            <pc:sldMk cId="3758358587" sldId="265"/>
            <ac:grpSpMk id="30" creationId="{7A9648D6-B41B-42D0-A817-AE2607B0B5B8}"/>
          </ac:grpSpMkLst>
        </pc:grpChg>
        <pc:graphicFrameChg chg="add del">
          <ac:chgData name="Musafiri Ndatsikira" userId="b94eb00d-5656-4d17-b47b-7c5df900e35c" providerId="ADAL" clId="{659AD4B1-D8F2-4C58-AEA7-2713ABCA7B73}" dt="2026-01-22T14:11:01.397" v="155" actId="26606"/>
          <ac:graphicFrameMkLst>
            <pc:docMk/>
            <pc:sldMk cId="3758358587" sldId="265"/>
            <ac:graphicFrameMk id="6" creationId="{EB173F70-B958-A600-5F62-79768C91AA8C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1:14.592" v="157" actId="26606"/>
          <ac:graphicFrameMkLst>
            <pc:docMk/>
            <pc:sldMk cId="3758358587" sldId="265"/>
            <ac:graphicFrameMk id="25" creationId="{5611B8E0-73D3-7861-1918-F5CB82054E88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1:20.750" v="159" actId="26606"/>
          <ac:graphicFrameMkLst>
            <pc:docMk/>
            <pc:sldMk cId="3758358587" sldId="265"/>
            <ac:graphicFrameMk id="27" creationId="{6CEAE738-4254-1E2D-FA81-462784C21944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1:31.110" v="161" actId="26606"/>
          <ac:graphicFrameMkLst>
            <pc:docMk/>
            <pc:sldMk cId="3758358587" sldId="265"/>
            <ac:graphicFrameMk id="32" creationId="{920FC768-2CD7-685A-367D-723D3C809D21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1:31.144" v="162" actId="26606"/>
          <ac:graphicFrameMkLst>
            <pc:docMk/>
            <pc:sldMk cId="3758358587" sldId="265"/>
            <ac:graphicFrameMk id="39" creationId="{5611B8E0-73D3-7861-1918-F5CB82054E88}"/>
          </ac:graphicFrameMkLst>
        </pc:graphicFrameChg>
        <pc:cxnChg chg="add del">
          <ac:chgData name="Musafiri Ndatsikira" userId="b94eb00d-5656-4d17-b47b-7c5df900e35c" providerId="ADAL" clId="{659AD4B1-D8F2-4C58-AEA7-2713ABCA7B73}" dt="2026-01-22T14:11:01.397" v="155" actId="26606"/>
          <ac:cxnSpMkLst>
            <pc:docMk/>
            <pc:sldMk cId="3758358587" sldId="265"/>
            <ac:cxnSpMk id="12" creationId="{C8F51B3F-8331-4E4A-AE96-D47B1006EEAD}"/>
          </ac:cxnSpMkLst>
        </pc:cxnChg>
        <pc:cxnChg chg="add del">
          <ac:chgData name="Musafiri Ndatsikira" userId="b94eb00d-5656-4d17-b47b-7c5df900e35c" providerId="ADAL" clId="{659AD4B1-D8F2-4C58-AEA7-2713ABCA7B73}" dt="2026-01-22T14:11:31.110" v="161" actId="26606"/>
          <ac:cxnSpMkLst>
            <pc:docMk/>
            <pc:sldMk cId="3758358587" sldId="265"/>
            <ac:cxnSpMk id="17" creationId="{C49DA8F6-BCC1-4447-B54C-57856834B94B}"/>
          </ac:cxnSpMkLst>
        </pc:cxnChg>
        <pc:cxnChg chg="add del">
          <ac:chgData name="Musafiri Ndatsikira" userId="b94eb00d-5656-4d17-b47b-7c5df900e35c" providerId="ADAL" clId="{659AD4B1-D8F2-4C58-AEA7-2713ABCA7B73}" dt="2026-01-22T14:11:14.592" v="157" actId="26606"/>
          <ac:cxnSpMkLst>
            <pc:docMk/>
            <pc:sldMk cId="3758358587" sldId="265"/>
            <ac:cxnSpMk id="21" creationId="{C8F51B3F-8331-4E4A-AE96-D47B1006EEAD}"/>
          </ac:cxnSpMkLst>
        </pc:cxnChg>
        <pc:cxnChg chg="add">
          <ac:chgData name="Musafiri Ndatsikira" userId="b94eb00d-5656-4d17-b47b-7c5df900e35c" providerId="ADAL" clId="{659AD4B1-D8F2-4C58-AEA7-2713ABCA7B73}" dt="2026-01-22T14:11:31.144" v="162" actId="26606"/>
          <ac:cxnSpMkLst>
            <pc:docMk/>
            <pc:sldMk cId="3758358587" sldId="265"/>
            <ac:cxnSpMk id="35" creationId="{C8F51B3F-8331-4E4A-AE96-D47B1006EEAD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712783955" sldId="266"/>
        </pc:sldMkLst>
        <pc:spChg chg="mod">
          <ac:chgData name="Musafiri Ndatsikira" userId="b94eb00d-5656-4d17-b47b-7c5df900e35c" providerId="ADAL" clId="{659AD4B1-D8F2-4C58-AEA7-2713ABCA7B73}" dt="2026-01-22T14:11:42.269" v="163" actId="26606"/>
          <ac:spMkLst>
            <pc:docMk/>
            <pc:sldMk cId="3712783955" sldId="266"/>
            <ac:spMk id="2" creationId="{27B3ADBA-08E3-266A-DA6E-18FE8F673CD7}"/>
          </ac:spMkLst>
        </pc:spChg>
        <pc:spChg chg="del">
          <ac:chgData name="Musafiri Ndatsikira" userId="b94eb00d-5656-4d17-b47b-7c5df900e35c" providerId="ADAL" clId="{659AD4B1-D8F2-4C58-AEA7-2713ABCA7B73}" dt="2026-01-22T13:58:58.690" v="41"/>
          <ac:spMkLst>
            <pc:docMk/>
            <pc:sldMk cId="3712783955" sldId="266"/>
            <ac:spMk id="3" creationId="{649E0092-AAAD-1AD0-D813-6C5B7048FFED}"/>
          </ac:spMkLst>
        </pc:spChg>
        <pc:spChg chg="add del mod">
          <ac:chgData name="Musafiri Ndatsikira" userId="b94eb00d-5656-4d17-b47b-7c5df900e35c" providerId="ADAL" clId="{659AD4B1-D8F2-4C58-AEA7-2713ABCA7B73}" dt="2026-01-22T14:11:42.269" v="163" actId="26606"/>
          <ac:spMkLst>
            <pc:docMk/>
            <pc:sldMk cId="3712783955" sldId="266"/>
            <ac:spMk id="4" creationId="{9C07C081-1E55-4B9E-D2CC-9EE5FBED2DF8}"/>
          </ac:spMkLst>
        </pc:spChg>
        <pc:spChg chg="add">
          <ac:chgData name="Musafiri Ndatsikira" userId="b94eb00d-5656-4d17-b47b-7c5df900e35c" providerId="ADAL" clId="{659AD4B1-D8F2-4C58-AEA7-2713ABCA7B73}" dt="2026-01-22T14:11:42.269" v="163" actId="26606"/>
          <ac:spMkLst>
            <pc:docMk/>
            <pc:sldMk cId="3712783955" sldId="266"/>
            <ac:spMk id="10" creationId="{D9A7F3BF-8763-4074-AD77-92790AF314D1}"/>
          </ac:spMkLst>
        </pc:spChg>
        <pc:grpChg chg="add">
          <ac:chgData name="Musafiri Ndatsikira" userId="b94eb00d-5656-4d17-b47b-7c5df900e35c" providerId="ADAL" clId="{659AD4B1-D8F2-4C58-AEA7-2713ABCA7B73}" dt="2026-01-22T14:11:42.269" v="163" actId="26606"/>
          <ac:grpSpMkLst>
            <pc:docMk/>
            <pc:sldMk cId="3712783955" sldId="266"/>
            <ac:grpSpMk id="12" creationId="{7A9648D6-B41B-42D0-A817-AE2607B0B5B8}"/>
          </ac:grpSpMkLst>
        </pc:grpChg>
        <pc:graphicFrameChg chg="add">
          <ac:chgData name="Musafiri Ndatsikira" userId="b94eb00d-5656-4d17-b47b-7c5df900e35c" providerId="ADAL" clId="{659AD4B1-D8F2-4C58-AEA7-2713ABCA7B73}" dt="2026-01-22T14:11:42.269" v="163" actId="26606"/>
          <ac:graphicFrameMkLst>
            <pc:docMk/>
            <pc:sldMk cId="3712783955" sldId="266"/>
            <ac:graphicFrameMk id="6" creationId="{5A57C221-AFB4-0223-6818-7F3E2CAC8370}"/>
          </ac:graphicFrameMkLst>
        </pc:graphicFrameChg>
        <pc:cxnChg chg="add">
          <ac:chgData name="Musafiri Ndatsikira" userId="b94eb00d-5656-4d17-b47b-7c5df900e35c" providerId="ADAL" clId="{659AD4B1-D8F2-4C58-AEA7-2713ABCA7B73}" dt="2026-01-22T14:11:42.269" v="163" actId="26606"/>
          <ac:cxnSpMkLst>
            <pc:docMk/>
            <pc:sldMk cId="3712783955" sldId="266"/>
            <ac:cxnSpMk id="17" creationId="{C49DA8F6-BCC1-4447-B54C-57856834B94B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443962525" sldId="267"/>
        </pc:sldMkLst>
        <pc:spChg chg="mod">
          <ac:chgData name="Musafiri Ndatsikira" userId="b94eb00d-5656-4d17-b47b-7c5df900e35c" providerId="ADAL" clId="{659AD4B1-D8F2-4C58-AEA7-2713ABCA7B73}" dt="2026-01-22T14:12:27.300" v="180" actId="26606"/>
          <ac:spMkLst>
            <pc:docMk/>
            <pc:sldMk cId="3443962525" sldId="267"/>
            <ac:spMk id="2" creationId="{92034FC8-2320-6DB2-005B-518AF16ED52F}"/>
          </ac:spMkLst>
        </pc:spChg>
        <pc:spChg chg="del">
          <ac:chgData name="Musafiri Ndatsikira" userId="b94eb00d-5656-4d17-b47b-7c5df900e35c" providerId="ADAL" clId="{659AD4B1-D8F2-4C58-AEA7-2713ABCA7B73}" dt="2026-01-22T13:59:55.992" v="44"/>
          <ac:spMkLst>
            <pc:docMk/>
            <pc:sldMk cId="3443962525" sldId="267"/>
            <ac:spMk id="3" creationId="{09F1D0B8-F109-5D62-420D-3C6E51708667}"/>
          </ac:spMkLst>
        </pc:spChg>
        <pc:spChg chg="add del">
          <ac:chgData name="Musafiri Ndatsikira" userId="b94eb00d-5656-4d17-b47b-7c5df900e35c" providerId="ADAL" clId="{659AD4B1-D8F2-4C58-AEA7-2713ABCA7B73}" dt="2026-01-22T14:11:57.914" v="165" actId="26606"/>
          <ac:spMkLst>
            <pc:docMk/>
            <pc:sldMk cId="3443962525" sldId="267"/>
            <ac:spMk id="9" creationId="{D9A7F3BF-8763-4074-AD77-92790AF314D1}"/>
          </ac:spMkLst>
        </pc:spChg>
        <pc:spChg chg="add del">
          <ac:chgData name="Musafiri Ndatsikira" userId="b94eb00d-5656-4d17-b47b-7c5df900e35c" providerId="ADAL" clId="{659AD4B1-D8F2-4C58-AEA7-2713ABCA7B73}" dt="2026-01-22T14:12:03.448" v="169" actId="26606"/>
          <ac:spMkLst>
            <pc:docMk/>
            <pc:sldMk cId="3443962525" sldId="267"/>
            <ac:spMk id="13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1:59.620" v="167" actId="26606"/>
          <ac:spMkLst>
            <pc:docMk/>
            <pc:sldMk cId="3443962525" sldId="267"/>
            <ac:spMk id="15" creationId="{1D50D7A8-F1D5-4306-8A9B-DD7A73EB8BCE}"/>
          </ac:spMkLst>
        </pc:spChg>
        <pc:spChg chg="add del">
          <ac:chgData name="Musafiri Ndatsikira" userId="b94eb00d-5656-4d17-b47b-7c5df900e35c" providerId="ADAL" clId="{659AD4B1-D8F2-4C58-AEA7-2713ABCA7B73}" dt="2026-01-22T14:12:03.448" v="169" actId="26606"/>
          <ac:spMkLst>
            <pc:docMk/>
            <pc:sldMk cId="3443962525" sldId="267"/>
            <ac:spMk id="17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1:59.620" v="167" actId="26606"/>
          <ac:spMkLst>
            <pc:docMk/>
            <pc:sldMk cId="3443962525" sldId="267"/>
            <ac:spMk id="18" creationId="{16AC3602-3348-4F31-9E43-076B03514ECB}"/>
          </ac:spMkLst>
        </pc:spChg>
        <pc:spChg chg="add del">
          <ac:chgData name="Musafiri Ndatsikira" userId="b94eb00d-5656-4d17-b47b-7c5df900e35c" providerId="ADAL" clId="{659AD4B1-D8F2-4C58-AEA7-2713ABCA7B73}" dt="2026-01-22T14:11:59.620" v="167" actId="26606"/>
          <ac:spMkLst>
            <pc:docMk/>
            <pc:sldMk cId="3443962525" sldId="267"/>
            <ac:spMk id="19" creationId="{394094B0-A6C9-44BE-9042-66EF0612F625}"/>
          </ac:spMkLst>
        </pc:spChg>
        <pc:spChg chg="add del">
          <ac:chgData name="Musafiri Ndatsikira" userId="b94eb00d-5656-4d17-b47b-7c5df900e35c" providerId="ADAL" clId="{659AD4B1-D8F2-4C58-AEA7-2713ABCA7B73}" dt="2026-01-22T14:11:59.620" v="167" actId="26606"/>
          <ac:spMkLst>
            <pc:docMk/>
            <pc:sldMk cId="3443962525" sldId="267"/>
            <ac:spMk id="20" creationId="{64C2CA96-0B16-4AA7-B340-33044D238597}"/>
          </ac:spMkLst>
        </pc:spChg>
        <pc:spChg chg="add del">
          <ac:chgData name="Musafiri Ndatsikira" userId="b94eb00d-5656-4d17-b47b-7c5df900e35c" providerId="ADAL" clId="{659AD4B1-D8F2-4C58-AEA7-2713ABCA7B73}" dt="2026-01-22T14:12:03.448" v="169" actId="26606"/>
          <ac:spMkLst>
            <pc:docMk/>
            <pc:sldMk cId="3443962525" sldId="267"/>
            <ac:spMk id="22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2:03.448" v="169" actId="26606"/>
          <ac:spMkLst>
            <pc:docMk/>
            <pc:sldMk cId="3443962525" sldId="267"/>
            <ac:spMk id="24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2:05.229" v="171" actId="26606"/>
          <ac:spMkLst>
            <pc:docMk/>
            <pc:sldMk cId="3443962525" sldId="267"/>
            <ac:spMk id="26" creationId="{9B8E1AAF-3D6F-4FD9-B5FE-CE5FC884D8E3}"/>
          </ac:spMkLst>
        </pc:spChg>
        <pc:spChg chg="add del">
          <ac:chgData name="Musafiri Ndatsikira" userId="b94eb00d-5656-4d17-b47b-7c5df900e35c" providerId="ADAL" clId="{659AD4B1-D8F2-4C58-AEA7-2713ABCA7B73}" dt="2026-01-22T14:12:05.229" v="171" actId="26606"/>
          <ac:spMkLst>
            <pc:docMk/>
            <pc:sldMk cId="3443962525" sldId="267"/>
            <ac:spMk id="27" creationId="{AC2B9E52-A969-437F-A903-A4ADFA5030E2}"/>
          </ac:spMkLst>
        </pc:spChg>
        <pc:spChg chg="add del">
          <ac:chgData name="Musafiri Ndatsikira" userId="b94eb00d-5656-4d17-b47b-7c5df900e35c" providerId="ADAL" clId="{659AD4B1-D8F2-4C58-AEA7-2713ABCA7B73}" dt="2026-01-22T14:12:18.118" v="173" actId="26606"/>
          <ac:spMkLst>
            <pc:docMk/>
            <pc:sldMk cId="3443962525" sldId="267"/>
            <ac:spMk id="29" creationId="{A8384FB5-9ADC-4DDC-881B-597D56F5B15D}"/>
          </ac:spMkLst>
        </pc:spChg>
        <pc:spChg chg="add del">
          <ac:chgData name="Musafiri Ndatsikira" userId="b94eb00d-5656-4d17-b47b-7c5df900e35c" providerId="ADAL" clId="{659AD4B1-D8F2-4C58-AEA7-2713ABCA7B73}" dt="2026-01-22T14:12:18.118" v="173" actId="26606"/>
          <ac:spMkLst>
            <pc:docMk/>
            <pc:sldMk cId="3443962525" sldId="267"/>
            <ac:spMk id="30" creationId="{1199E1B1-A8C0-4FE8-A5A8-1CB41D69F857}"/>
          </ac:spMkLst>
        </pc:spChg>
        <pc:spChg chg="add del">
          <ac:chgData name="Musafiri Ndatsikira" userId="b94eb00d-5656-4d17-b47b-7c5df900e35c" providerId="ADAL" clId="{659AD4B1-D8F2-4C58-AEA7-2713ABCA7B73}" dt="2026-01-22T14:12:18.118" v="173" actId="26606"/>
          <ac:spMkLst>
            <pc:docMk/>
            <pc:sldMk cId="3443962525" sldId="267"/>
            <ac:spMk id="31" creationId="{84A8DE83-DE75-4B41-9DB4-A7EC0B0DEC0B}"/>
          </ac:spMkLst>
        </pc:spChg>
        <pc:spChg chg="add del">
          <ac:chgData name="Musafiri Ndatsikira" userId="b94eb00d-5656-4d17-b47b-7c5df900e35c" providerId="ADAL" clId="{659AD4B1-D8F2-4C58-AEA7-2713ABCA7B73}" dt="2026-01-22T14:12:18.118" v="173" actId="26606"/>
          <ac:spMkLst>
            <pc:docMk/>
            <pc:sldMk cId="3443962525" sldId="267"/>
            <ac:spMk id="32" creationId="{A7009A0A-BEF5-4EAC-AF15-E4F9F002E239}"/>
          </ac:spMkLst>
        </pc:spChg>
        <pc:spChg chg="add del">
          <ac:chgData name="Musafiri Ndatsikira" userId="b94eb00d-5656-4d17-b47b-7c5df900e35c" providerId="ADAL" clId="{659AD4B1-D8F2-4C58-AEA7-2713ABCA7B73}" dt="2026-01-22T14:12:21.130" v="175" actId="26606"/>
          <ac:spMkLst>
            <pc:docMk/>
            <pc:sldMk cId="3443962525" sldId="267"/>
            <ac:spMk id="34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2:21.130" v="175" actId="26606"/>
          <ac:spMkLst>
            <pc:docMk/>
            <pc:sldMk cId="3443962525" sldId="267"/>
            <ac:spMk id="36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2:21.130" v="175" actId="26606"/>
          <ac:spMkLst>
            <pc:docMk/>
            <pc:sldMk cId="3443962525" sldId="267"/>
            <ac:spMk id="37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2:21.130" v="175" actId="26606"/>
          <ac:spMkLst>
            <pc:docMk/>
            <pc:sldMk cId="3443962525" sldId="267"/>
            <ac:spMk id="38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2:23.561" v="177" actId="26606"/>
          <ac:spMkLst>
            <pc:docMk/>
            <pc:sldMk cId="3443962525" sldId="267"/>
            <ac:spMk id="40" creationId="{16AC3602-3348-4F31-9E43-076B03514ECB}"/>
          </ac:spMkLst>
        </pc:spChg>
        <pc:spChg chg="add del">
          <ac:chgData name="Musafiri Ndatsikira" userId="b94eb00d-5656-4d17-b47b-7c5df900e35c" providerId="ADAL" clId="{659AD4B1-D8F2-4C58-AEA7-2713ABCA7B73}" dt="2026-01-22T14:12:23.561" v="177" actId="26606"/>
          <ac:spMkLst>
            <pc:docMk/>
            <pc:sldMk cId="3443962525" sldId="267"/>
            <ac:spMk id="41" creationId="{394094B0-A6C9-44BE-9042-66EF0612F625}"/>
          </ac:spMkLst>
        </pc:spChg>
        <pc:spChg chg="add del">
          <ac:chgData name="Musafiri Ndatsikira" userId="b94eb00d-5656-4d17-b47b-7c5df900e35c" providerId="ADAL" clId="{659AD4B1-D8F2-4C58-AEA7-2713ABCA7B73}" dt="2026-01-22T14:12:23.561" v="177" actId="26606"/>
          <ac:spMkLst>
            <pc:docMk/>
            <pc:sldMk cId="3443962525" sldId="267"/>
            <ac:spMk id="42" creationId="{64C2CA96-0B16-4AA7-B340-33044D238597}"/>
          </ac:spMkLst>
        </pc:spChg>
        <pc:spChg chg="add del">
          <ac:chgData name="Musafiri Ndatsikira" userId="b94eb00d-5656-4d17-b47b-7c5df900e35c" providerId="ADAL" clId="{659AD4B1-D8F2-4C58-AEA7-2713ABCA7B73}" dt="2026-01-22T14:12:23.561" v="177" actId="26606"/>
          <ac:spMkLst>
            <pc:docMk/>
            <pc:sldMk cId="3443962525" sldId="267"/>
            <ac:spMk id="43" creationId="{1D50D7A8-F1D5-4306-8A9B-DD7A73EB8BCE}"/>
          </ac:spMkLst>
        </pc:spChg>
        <pc:spChg chg="add del">
          <ac:chgData name="Musafiri Ndatsikira" userId="b94eb00d-5656-4d17-b47b-7c5df900e35c" providerId="ADAL" clId="{659AD4B1-D8F2-4C58-AEA7-2713ABCA7B73}" dt="2026-01-22T14:12:27.284" v="179" actId="26606"/>
          <ac:spMkLst>
            <pc:docMk/>
            <pc:sldMk cId="3443962525" sldId="267"/>
            <ac:spMk id="45" creationId="{738F59A4-4431-460D-8E49-6E65C189A566}"/>
          </ac:spMkLst>
        </pc:spChg>
        <pc:spChg chg="add">
          <ac:chgData name="Musafiri Ndatsikira" userId="b94eb00d-5656-4d17-b47b-7c5df900e35c" providerId="ADAL" clId="{659AD4B1-D8F2-4C58-AEA7-2713ABCA7B73}" dt="2026-01-22T14:12:27.300" v="180" actId="26606"/>
          <ac:spMkLst>
            <pc:docMk/>
            <pc:sldMk cId="3443962525" sldId="267"/>
            <ac:spMk id="49" creationId="{A8384FB5-9ADC-4DDC-881B-597D56F5B15D}"/>
          </ac:spMkLst>
        </pc:spChg>
        <pc:spChg chg="add">
          <ac:chgData name="Musafiri Ndatsikira" userId="b94eb00d-5656-4d17-b47b-7c5df900e35c" providerId="ADAL" clId="{659AD4B1-D8F2-4C58-AEA7-2713ABCA7B73}" dt="2026-01-22T14:12:27.300" v="180" actId="26606"/>
          <ac:spMkLst>
            <pc:docMk/>
            <pc:sldMk cId="3443962525" sldId="267"/>
            <ac:spMk id="50" creationId="{1199E1B1-A8C0-4FE8-A5A8-1CB41D69F857}"/>
          </ac:spMkLst>
        </pc:spChg>
        <pc:spChg chg="add">
          <ac:chgData name="Musafiri Ndatsikira" userId="b94eb00d-5656-4d17-b47b-7c5df900e35c" providerId="ADAL" clId="{659AD4B1-D8F2-4C58-AEA7-2713ABCA7B73}" dt="2026-01-22T14:12:27.300" v="180" actId="26606"/>
          <ac:spMkLst>
            <pc:docMk/>
            <pc:sldMk cId="3443962525" sldId="267"/>
            <ac:spMk id="51" creationId="{84A8DE83-DE75-4B41-9DB4-A7EC0B0DEC0B}"/>
          </ac:spMkLst>
        </pc:spChg>
        <pc:spChg chg="add">
          <ac:chgData name="Musafiri Ndatsikira" userId="b94eb00d-5656-4d17-b47b-7c5df900e35c" providerId="ADAL" clId="{659AD4B1-D8F2-4C58-AEA7-2713ABCA7B73}" dt="2026-01-22T14:12:27.300" v="180" actId="26606"/>
          <ac:spMkLst>
            <pc:docMk/>
            <pc:sldMk cId="3443962525" sldId="267"/>
            <ac:spMk id="52" creationId="{A7009A0A-BEF5-4EAC-AF15-E4F9F002E239}"/>
          </ac:spMkLst>
        </pc:spChg>
        <pc:grpChg chg="add del">
          <ac:chgData name="Musafiri Ndatsikira" userId="b94eb00d-5656-4d17-b47b-7c5df900e35c" providerId="ADAL" clId="{659AD4B1-D8F2-4C58-AEA7-2713ABCA7B73}" dt="2026-01-22T14:11:57.914" v="165" actId="26606"/>
          <ac:grpSpMkLst>
            <pc:docMk/>
            <pc:sldMk cId="3443962525" sldId="267"/>
            <ac:grpSpMk id="11" creationId="{7A9648D6-B41B-42D0-A817-AE2607B0B5B8}"/>
          </ac:grpSpMkLst>
        </pc:grpChg>
        <pc:grpChg chg="add del">
          <ac:chgData name="Musafiri Ndatsikira" userId="b94eb00d-5656-4d17-b47b-7c5df900e35c" providerId="ADAL" clId="{659AD4B1-D8F2-4C58-AEA7-2713ABCA7B73}" dt="2026-01-22T14:12:27.284" v="179" actId="26606"/>
          <ac:grpSpMkLst>
            <pc:docMk/>
            <pc:sldMk cId="3443962525" sldId="267"/>
            <ac:grpSpMk id="46" creationId="{8A919B9C-5C01-47E4-B2F2-45F589208ABF}"/>
          </ac:grpSpMkLst>
        </pc:grpChg>
        <pc:graphicFrameChg chg="add mod modGraphic">
          <ac:chgData name="Musafiri Ndatsikira" userId="b94eb00d-5656-4d17-b47b-7c5df900e35c" providerId="ADAL" clId="{659AD4B1-D8F2-4C58-AEA7-2713ABCA7B73}" dt="2026-01-22T14:12:27.300" v="180" actId="26606"/>
          <ac:graphicFrameMkLst>
            <pc:docMk/>
            <pc:sldMk cId="3443962525" sldId="267"/>
            <ac:graphicFrameMk id="4" creationId="{86147FDD-4139-DC0A-7550-0025FC44F85A}"/>
          </ac:graphicFrameMkLst>
        </pc:graphicFrameChg>
        <pc:cxnChg chg="add del">
          <ac:chgData name="Musafiri Ndatsikira" userId="b94eb00d-5656-4d17-b47b-7c5df900e35c" providerId="ADAL" clId="{659AD4B1-D8F2-4C58-AEA7-2713ABCA7B73}" dt="2026-01-22T14:11:57.914" v="165" actId="26606"/>
          <ac:cxnSpMkLst>
            <pc:docMk/>
            <pc:sldMk cId="3443962525" sldId="267"/>
            <ac:cxnSpMk id="16" creationId="{C49DA8F6-BCC1-4447-B54C-57856834B94B}"/>
          </ac:cxnSpMkLst>
        </pc:cxnChg>
        <pc:cxnChg chg="add del">
          <ac:chgData name="Musafiri Ndatsikira" userId="b94eb00d-5656-4d17-b47b-7c5df900e35c" providerId="ADAL" clId="{659AD4B1-D8F2-4C58-AEA7-2713ABCA7B73}" dt="2026-01-22T14:12:03.448" v="169" actId="26606"/>
          <ac:cxnSpMkLst>
            <pc:docMk/>
            <pc:sldMk cId="3443962525" sldId="267"/>
            <ac:cxnSpMk id="23" creationId="{C8F51B3F-8331-4E4A-AE96-D47B1006EEAD}"/>
          </ac:cxnSpMkLst>
        </pc:cxnChg>
        <pc:cxnChg chg="add del">
          <ac:chgData name="Musafiri Ndatsikira" userId="b94eb00d-5656-4d17-b47b-7c5df900e35c" providerId="ADAL" clId="{659AD4B1-D8F2-4C58-AEA7-2713ABCA7B73}" dt="2026-01-22T14:12:21.130" v="175" actId="26606"/>
          <ac:cxnSpMkLst>
            <pc:docMk/>
            <pc:sldMk cId="3443962525" sldId="267"/>
            <ac:cxnSpMk id="35" creationId="{C8F51B3F-8331-4E4A-AE96-D47B1006EEAD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2117452707" sldId="268"/>
        </pc:sldMkLst>
        <pc:spChg chg="mod">
          <ac:chgData name="Musafiri Ndatsikira" userId="b94eb00d-5656-4d17-b47b-7c5df900e35c" providerId="ADAL" clId="{659AD4B1-D8F2-4C58-AEA7-2713ABCA7B73}" dt="2026-01-22T14:12:39.046" v="181" actId="26606"/>
          <ac:spMkLst>
            <pc:docMk/>
            <pc:sldMk cId="2117452707" sldId="268"/>
            <ac:spMk id="2" creationId="{7935F35D-A5AA-A9E9-530A-36B829885500}"/>
          </ac:spMkLst>
        </pc:spChg>
        <pc:spChg chg="del">
          <ac:chgData name="Musafiri Ndatsikira" userId="b94eb00d-5656-4d17-b47b-7c5df900e35c" providerId="ADAL" clId="{659AD4B1-D8F2-4C58-AEA7-2713ABCA7B73}" dt="2026-01-22T14:00:22.215" v="48"/>
          <ac:spMkLst>
            <pc:docMk/>
            <pc:sldMk cId="2117452707" sldId="268"/>
            <ac:spMk id="3" creationId="{3505A895-A16F-C1FA-469D-8327406C0D7D}"/>
          </ac:spMkLst>
        </pc:spChg>
        <pc:spChg chg="add del mod">
          <ac:chgData name="Musafiri Ndatsikira" userId="b94eb00d-5656-4d17-b47b-7c5df900e35c" providerId="ADAL" clId="{659AD4B1-D8F2-4C58-AEA7-2713ABCA7B73}" dt="2026-01-22T14:12:39.046" v="181" actId="26606"/>
          <ac:spMkLst>
            <pc:docMk/>
            <pc:sldMk cId="2117452707" sldId="268"/>
            <ac:spMk id="4" creationId="{EE343CDF-5C5E-AFE8-7A28-CC289939E704}"/>
          </ac:spMkLst>
        </pc:spChg>
        <pc:spChg chg="add">
          <ac:chgData name="Musafiri Ndatsikira" userId="b94eb00d-5656-4d17-b47b-7c5df900e35c" providerId="ADAL" clId="{659AD4B1-D8F2-4C58-AEA7-2713ABCA7B73}" dt="2026-01-22T14:12:39.046" v="181" actId="26606"/>
          <ac:spMkLst>
            <pc:docMk/>
            <pc:sldMk cId="2117452707" sldId="268"/>
            <ac:spMk id="10" creationId="{D9A7F3BF-8763-4074-AD77-92790AF314D1}"/>
          </ac:spMkLst>
        </pc:spChg>
        <pc:grpChg chg="add">
          <ac:chgData name="Musafiri Ndatsikira" userId="b94eb00d-5656-4d17-b47b-7c5df900e35c" providerId="ADAL" clId="{659AD4B1-D8F2-4C58-AEA7-2713ABCA7B73}" dt="2026-01-22T14:12:39.046" v="181" actId="26606"/>
          <ac:grpSpMkLst>
            <pc:docMk/>
            <pc:sldMk cId="2117452707" sldId="268"/>
            <ac:grpSpMk id="12" creationId="{7A9648D6-B41B-42D0-A817-AE2607B0B5B8}"/>
          </ac:grpSpMkLst>
        </pc:grpChg>
        <pc:graphicFrameChg chg="add">
          <ac:chgData name="Musafiri Ndatsikira" userId="b94eb00d-5656-4d17-b47b-7c5df900e35c" providerId="ADAL" clId="{659AD4B1-D8F2-4C58-AEA7-2713ABCA7B73}" dt="2026-01-22T14:12:39.046" v="181" actId="26606"/>
          <ac:graphicFrameMkLst>
            <pc:docMk/>
            <pc:sldMk cId="2117452707" sldId="268"/>
            <ac:graphicFrameMk id="6" creationId="{40D6710B-A859-FAAE-F6D2-1C683680C065}"/>
          </ac:graphicFrameMkLst>
        </pc:graphicFrameChg>
        <pc:cxnChg chg="add">
          <ac:chgData name="Musafiri Ndatsikira" userId="b94eb00d-5656-4d17-b47b-7c5df900e35c" providerId="ADAL" clId="{659AD4B1-D8F2-4C58-AEA7-2713ABCA7B73}" dt="2026-01-22T14:12:39.046" v="181" actId="26606"/>
          <ac:cxnSpMkLst>
            <pc:docMk/>
            <pc:sldMk cId="2117452707" sldId="268"/>
            <ac:cxnSpMk id="17" creationId="{C49DA8F6-BCC1-4447-B54C-57856834B94B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4085714544" sldId="269"/>
        </pc:sldMkLst>
        <pc:spChg chg="mod">
          <ac:chgData name="Musafiri Ndatsikira" userId="b94eb00d-5656-4d17-b47b-7c5df900e35c" providerId="ADAL" clId="{659AD4B1-D8F2-4C58-AEA7-2713ABCA7B73}" dt="2026-01-22T14:13:21.156" v="196" actId="26606"/>
          <ac:spMkLst>
            <pc:docMk/>
            <pc:sldMk cId="4085714544" sldId="269"/>
            <ac:spMk id="2" creationId="{255B1BBC-4EFA-CA48-6844-3FEC37982351}"/>
          </ac:spMkLst>
        </pc:spChg>
        <pc:spChg chg="del">
          <ac:chgData name="Musafiri Ndatsikira" userId="b94eb00d-5656-4d17-b47b-7c5df900e35c" providerId="ADAL" clId="{659AD4B1-D8F2-4C58-AEA7-2713ABCA7B73}" dt="2026-01-22T14:00:42.190" v="51"/>
          <ac:spMkLst>
            <pc:docMk/>
            <pc:sldMk cId="4085714544" sldId="269"/>
            <ac:spMk id="3" creationId="{ED4D154E-66EE-9084-0C6D-22CAA7B9AD6B}"/>
          </ac:spMkLst>
        </pc:spChg>
        <pc:spChg chg="add del mod">
          <ac:chgData name="Musafiri Ndatsikira" userId="b94eb00d-5656-4d17-b47b-7c5df900e35c" providerId="ADAL" clId="{659AD4B1-D8F2-4C58-AEA7-2713ABCA7B73}" dt="2026-01-22T14:13:21.156" v="196" actId="26606"/>
          <ac:spMkLst>
            <pc:docMk/>
            <pc:sldMk cId="4085714544" sldId="269"/>
            <ac:spMk id="4" creationId="{595290BA-B91E-1237-245C-E73D4B618999}"/>
          </ac:spMkLst>
        </pc:spChg>
        <pc:spChg chg="add del">
          <ac:chgData name="Musafiri Ndatsikira" userId="b94eb00d-5656-4d17-b47b-7c5df900e35c" providerId="ADAL" clId="{659AD4B1-D8F2-4C58-AEA7-2713ABCA7B73}" dt="2026-01-22T14:13:09.540" v="187" actId="26606"/>
          <ac:spMkLst>
            <pc:docMk/>
            <pc:sldMk cId="4085714544" sldId="269"/>
            <ac:spMk id="9" creationId="{081EA652-8C6A-4E69-BEB9-170809474553}"/>
          </ac:spMkLst>
        </pc:spChg>
        <pc:spChg chg="add del">
          <ac:chgData name="Musafiri Ndatsikira" userId="b94eb00d-5656-4d17-b47b-7c5df900e35c" providerId="ADAL" clId="{659AD4B1-D8F2-4C58-AEA7-2713ABCA7B73}" dt="2026-01-22T14:13:01.625" v="183" actId="26606"/>
          <ac:spMkLst>
            <pc:docMk/>
            <pc:sldMk cId="4085714544" sldId="269"/>
            <ac:spMk id="10" creationId="{2659FDB4-FCBE-4A89-B46D-43D4FA54464D}"/>
          </ac:spMkLst>
        </pc:spChg>
        <pc:spChg chg="add del">
          <ac:chgData name="Musafiri Ndatsikira" userId="b94eb00d-5656-4d17-b47b-7c5df900e35c" providerId="ADAL" clId="{659AD4B1-D8F2-4C58-AEA7-2713ABCA7B73}" dt="2026-01-22T14:13:09.540" v="187" actId="26606"/>
          <ac:spMkLst>
            <pc:docMk/>
            <pc:sldMk cId="4085714544" sldId="269"/>
            <ac:spMk id="11" creationId="{5298780A-33B9-4EA2-8F67-DE68AD62841B}"/>
          </ac:spMkLst>
        </pc:spChg>
        <pc:spChg chg="add del">
          <ac:chgData name="Musafiri Ndatsikira" userId="b94eb00d-5656-4d17-b47b-7c5df900e35c" providerId="ADAL" clId="{659AD4B1-D8F2-4C58-AEA7-2713ABCA7B73}" dt="2026-01-22T14:13:13.100" v="191" actId="26606"/>
          <ac:spMkLst>
            <pc:docMk/>
            <pc:sldMk cId="4085714544" sldId="269"/>
            <ac:spMk id="13" creationId="{7F488E8B-4E1E-4402-8935-D4E6C02615C7}"/>
          </ac:spMkLst>
        </pc:spChg>
        <pc:spChg chg="add del">
          <ac:chgData name="Musafiri Ndatsikira" userId="b94eb00d-5656-4d17-b47b-7c5df900e35c" providerId="ADAL" clId="{659AD4B1-D8F2-4C58-AEA7-2713ABCA7B73}" dt="2026-01-22T14:13:01.625" v="183" actId="26606"/>
          <ac:spMkLst>
            <pc:docMk/>
            <pc:sldMk cId="4085714544" sldId="269"/>
            <ac:spMk id="14" creationId="{58BDB0EE-D238-415B-9ED8-62AA6AB2AAD1}"/>
          </ac:spMkLst>
        </pc:spChg>
        <pc:spChg chg="add del">
          <ac:chgData name="Musafiri Ndatsikira" userId="b94eb00d-5656-4d17-b47b-7c5df900e35c" providerId="ADAL" clId="{659AD4B1-D8F2-4C58-AEA7-2713ABCA7B73}" dt="2026-01-22T14:13:01.625" v="183" actId="26606"/>
          <ac:spMkLst>
            <pc:docMk/>
            <pc:sldMk cId="4085714544" sldId="269"/>
            <ac:spMk id="16" creationId="{C5B55FC3-961D-4325-82F1-DE92B0D04E03}"/>
          </ac:spMkLst>
        </pc:spChg>
        <pc:spChg chg="add del">
          <ac:chgData name="Musafiri Ndatsikira" userId="b94eb00d-5656-4d17-b47b-7c5df900e35c" providerId="ADAL" clId="{659AD4B1-D8F2-4C58-AEA7-2713ABCA7B73}" dt="2026-01-22T14:13:01.625" v="183" actId="26606"/>
          <ac:spMkLst>
            <pc:docMk/>
            <pc:sldMk cId="4085714544" sldId="269"/>
            <ac:spMk id="18" creationId="{4C8AB332-D09E-4F28-943C-DABDD4716A3C}"/>
          </ac:spMkLst>
        </pc:spChg>
        <pc:spChg chg="add del">
          <ac:chgData name="Musafiri Ndatsikira" userId="b94eb00d-5656-4d17-b47b-7c5df900e35c" providerId="ADAL" clId="{659AD4B1-D8F2-4C58-AEA7-2713ABCA7B73}" dt="2026-01-22T14:13:08.168" v="185" actId="26606"/>
          <ac:spMkLst>
            <pc:docMk/>
            <pc:sldMk cId="4085714544" sldId="269"/>
            <ac:spMk id="20" creationId="{738F59A4-4431-460D-8E49-6E65C189A566}"/>
          </ac:spMkLst>
        </pc:spChg>
        <pc:spChg chg="add del">
          <ac:chgData name="Musafiri Ndatsikira" userId="b94eb00d-5656-4d17-b47b-7c5df900e35c" providerId="ADAL" clId="{659AD4B1-D8F2-4C58-AEA7-2713ABCA7B73}" dt="2026-01-22T14:13:09.540" v="187" actId="26606"/>
          <ac:spMkLst>
            <pc:docMk/>
            <pc:sldMk cId="4085714544" sldId="269"/>
            <ac:spMk id="25" creationId="{7F488E8B-4E1E-4402-8935-D4E6C02615C7}"/>
          </ac:spMkLst>
        </pc:spChg>
        <pc:spChg chg="add del">
          <ac:chgData name="Musafiri Ndatsikira" userId="b94eb00d-5656-4d17-b47b-7c5df900e35c" providerId="ADAL" clId="{659AD4B1-D8F2-4C58-AEA7-2713ABCA7B73}" dt="2026-01-22T14:13:09.540" v="187" actId="26606"/>
          <ac:spMkLst>
            <pc:docMk/>
            <pc:sldMk cId="4085714544" sldId="269"/>
            <ac:spMk id="26" creationId="{595290BA-B91E-1237-245C-E73D4B618999}"/>
          </ac:spMkLst>
        </pc:spChg>
        <pc:spChg chg="add del">
          <ac:chgData name="Musafiri Ndatsikira" userId="b94eb00d-5656-4d17-b47b-7c5df900e35c" providerId="ADAL" clId="{659AD4B1-D8F2-4C58-AEA7-2713ABCA7B73}" dt="2026-01-22T14:13:13.100" v="191" actId="26606"/>
          <ac:spMkLst>
            <pc:docMk/>
            <pc:sldMk cId="4085714544" sldId="269"/>
            <ac:spMk id="30" creationId="{081EA652-8C6A-4E69-BEB9-170809474553}"/>
          </ac:spMkLst>
        </pc:spChg>
        <pc:spChg chg="add del">
          <ac:chgData name="Musafiri Ndatsikira" userId="b94eb00d-5656-4d17-b47b-7c5df900e35c" providerId="ADAL" clId="{659AD4B1-D8F2-4C58-AEA7-2713ABCA7B73}" dt="2026-01-22T14:13:13.100" v="191" actId="26606"/>
          <ac:spMkLst>
            <pc:docMk/>
            <pc:sldMk cId="4085714544" sldId="269"/>
            <ac:spMk id="31" creationId="{5298780A-33B9-4EA2-8F67-DE68AD62841B}"/>
          </ac:spMkLst>
        </pc:spChg>
        <pc:spChg chg="add del">
          <ac:chgData name="Musafiri Ndatsikira" userId="b94eb00d-5656-4d17-b47b-7c5df900e35c" providerId="ADAL" clId="{659AD4B1-D8F2-4C58-AEA7-2713ABCA7B73}" dt="2026-01-22T14:13:13.100" v="191" actId="26606"/>
          <ac:spMkLst>
            <pc:docMk/>
            <pc:sldMk cId="4085714544" sldId="269"/>
            <ac:spMk id="32" creationId="{595290BA-B91E-1237-245C-E73D4B618999}"/>
          </ac:spMkLst>
        </pc:spChg>
        <pc:spChg chg="add">
          <ac:chgData name="Musafiri Ndatsikira" userId="b94eb00d-5656-4d17-b47b-7c5df900e35c" providerId="ADAL" clId="{659AD4B1-D8F2-4C58-AEA7-2713ABCA7B73}" dt="2026-01-22T14:13:21.156" v="196" actId="26606"/>
          <ac:spMkLst>
            <pc:docMk/>
            <pc:sldMk cId="4085714544" sldId="269"/>
            <ac:spMk id="38" creationId="{2659FDB4-FCBE-4A89-B46D-43D4FA54464D}"/>
          </ac:spMkLst>
        </pc:spChg>
        <pc:spChg chg="add">
          <ac:chgData name="Musafiri Ndatsikira" userId="b94eb00d-5656-4d17-b47b-7c5df900e35c" providerId="ADAL" clId="{659AD4B1-D8F2-4C58-AEA7-2713ABCA7B73}" dt="2026-01-22T14:13:21.156" v="196" actId="26606"/>
          <ac:spMkLst>
            <pc:docMk/>
            <pc:sldMk cId="4085714544" sldId="269"/>
            <ac:spMk id="40" creationId="{58BDB0EE-D238-415B-9ED8-62AA6AB2AAD1}"/>
          </ac:spMkLst>
        </pc:spChg>
        <pc:spChg chg="add">
          <ac:chgData name="Musafiri Ndatsikira" userId="b94eb00d-5656-4d17-b47b-7c5df900e35c" providerId="ADAL" clId="{659AD4B1-D8F2-4C58-AEA7-2713ABCA7B73}" dt="2026-01-22T14:13:21.156" v="196" actId="26606"/>
          <ac:spMkLst>
            <pc:docMk/>
            <pc:sldMk cId="4085714544" sldId="269"/>
            <ac:spMk id="41" creationId="{C5B55FC3-961D-4325-82F1-DE92B0D04E03}"/>
          </ac:spMkLst>
        </pc:spChg>
        <pc:spChg chg="add">
          <ac:chgData name="Musafiri Ndatsikira" userId="b94eb00d-5656-4d17-b47b-7c5df900e35c" providerId="ADAL" clId="{659AD4B1-D8F2-4C58-AEA7-2713ABCA7B73}" dt="2026-01-22T14:13:21.156" v="196" actId="26606"/>
          <ac:spMkLst>
            <pc:docMk/>
            <pc:sldMk cId="4085714544" sldId="269"/>
            <ac:spMk id="42" creationId="{4C8AB332-D09E-4F28-943C-DABDD4716A3C}"/>
          </ac:spMkLst>
        </pc:spChg>
        <pc:grpChg chg="add del">
          <ac:chgData name="Musafiri Ndatsikira" userId="b94eb00d-5656-4d17-b47b-7c5df900e35c" providerId="ADAL" clId="{659AD4B1-D8F2-4C58-AEA7-2713ABCA7B73}" dt="2026-01-22T14:13:08.168" v="185" actId="26606"/>
          <ac:grpSpMkLst>
            <pc:docMk/>
            <pc:sldMk cId="4085714544" sldId="269"/>
            <ac:grpSpMk id="21" creationId="{8A919B9C-5C01-47E4-B2F2-45F589208ABF}"/>
          </ac:grpSpMkLst>
        </pc:grpChg>
        <pc:graphicFrameChg chg="add del">
          <ac:chgData name="Musafiri Ndatsikira" userId="b94eb00d-5656-4d17-b47b-7c5df900e35c" providerId="ADAL" clId="{659AD4B1-D8F2-4C58-AEA7-2713ABCA7B73}" dt="2026-01-22T14:13:01.625" v="183" actId="26606"/>
          <ac:graphicFrameMkLst>
            <pc:docMk/>
            <pc:sldMk cId="4085714544" sldId="269"/>
            <ac:graphicFrameMk id="6" creationId="{E2C21BDC-EA1D-1CFC-EC01-8054C8376993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08.168" v="185" actId="26606"/>
          <ac:graphicFrameMkLst>
            <pc:docMk/>
            <pc:sldMk cId="4085714544" sldId="269"/>
            <ac:graphicFrameMk id="23" creationId="{9418A9BE-3CE1-6844-F603-14E328E532F4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10.507" v="189" actId="26606"/>
          <ac:graphicFrameMkLst>
            <pc:docMk/>
            <pc:sldMk cId="4085714544" sldId="269"/>
            <ac:graphicFrameMk id="28" creationId="{C3AB0B41-B2CD-7357-2D27-14A4C38EBC01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15.880" v="193" actId="26606"/>
          <ac:graphicFrameMkLst>
            <pc:docMk/>
            <pc:sldMk cId="4085714544" sldId="269"/>
            <ac:graphicFrameMk id="34" creationId="{18B57294-AB10-0730-9897-32D5455B7B72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21.133" v="195" actId="26606"/>
          <ac:graphicFrameMkLst>
            <pc:docMk/>
            <pc:sldMk cId="4085714544" sldId="269"/>
            <ac:graphicFrameMk id="36" creationId="{2C4877A2-0DEB-E0B7-64AA-C788B26B4A9D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3:21.156" v="196" actId="26606"/>
          <ac:graphicFrameMkLst>
            <pc:docMk/>
            <pc:sldMk cId="4085714544" sldId="269"/>
            <ac:graphicFrameMk id="43" creationId="{E2C21BDC-EA1D-1CFC-EC01-8054C8376993}"/>
          </ac:graphicFrameMkLst>
        </pc:graphicFrameChg>
        <pc:picChg chg="add del">
          <ac:chgData name="Musafiri Ndatsikira" userId="b94eb00d-5656-4d17-b47b-7c5df900e35c" providerId="ADAL" clId="{659AD4B1-D8F2-4C58-AEA7-2713ABCA7B73}" dt="2026-01-22T14:13:10.507" v="189" actId="26606"/>
          <ac:picMkLst>
            <pc:docMk/>
            <pc:sldMk cId="4085714544" sldId="269"/>
            <ac:picMk id="7" creationId="{CBEC31C0-AB04-8F9B-BCD5-BF630445479D}"/>
          </ac:picMkLst>
        </pc:picChg>
        <pc:cxnChg chg="add del">
          <ac:chgData name="Musafiri Ndatsikira" userId="b94eb00d-5656-4d17-b47b-7c5df900e35c" providerId="ADAL" clId="{659AD4B1-D8F2-4C58-AEA7-2713ABCA7B73}" dt="2026-01-22T14:13:01.625" v="183" actId="26606"/>
          <ac:cxnSpMkLst>
            <pc:docMk/>
            <pc:sldMk cId="4085714544" sldId="269"/>
            <ac:cxnSpMk id="12" creationId="{C8F51B3F-8331-4E4A-AE96-D47B1006EEAD}"/>
          </ac:cxnSpMkLst>
        </pc:cxnChg>
        <pc:cxnChg chg="add">
          <ac:chgData name="Musafiri Ndatsikira" userId="b94eb00d-5656-4d17-b47b-7c5df900e35c" providerId="ADAL" clId="{659AD4B1-D8F2-4C58-AEA7-2713ABCA7B73}" dt="2026-01-22T14:13:21.156" v="196" actId="26606"/>
          <ac:cxnSpMkLst>
            <pc:docMk/>
            <pc:sldMk cId="4085714544" sldId="269"/>
            <ac:cxnSpMk id="39" creationId="{C8F51B3F-8331-4E4A-AE96-D47B1006EEAD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798559360" sldId="270"/>
        </pc:sldMkLst>
        <pc:spChg chg="mod">
          <ac:chgData name="Musafiri Ndatsikira" userId="b94eb00d-5656-4d17-b47b-7c5df900e35c" providerId="ADAL" clId="{659AD4B1-D8F2-4C58-AEA7-2713ABCA7B73}" dt="2026-01-22T14:13:40.964" v="200" actId="26606"/>
          <ac:spMkLst>
            <pc:docMk/>
            <pc:sldMk cId="3798559360" sldId="270"/>
            <ac:spMk id="2" creationId="{9685ACC4-1762-2407-C5FC-DCC9753C6029}"/>
          </ac:spMkLst>
        </pc:spChg>
        <pc:spChg chg="del">
          <ac:chgData name="Musafiri Ndatsikira" userId="b94eb00d-5656-4d17-b47b-7c5df900e35c" providerId="ADAL" clId="{659AD4B1-D8F2-4C58-AEA7-2713ABCA7B73}" dt="2026-01-22T14:01:02.727" v="55"/>
          <ac:spMkLst>
            <pc:docMk/>
            <pc:sldMk cId="3798559360" sldId="270"/>
            <ac:spMk id="3" creationId="{600A4CF7-AF90-2AD1-51F3-16ABB64389FC}"/>
          </ac:spMkLst>
        </pc:spChg>
        <pc:spChg chg="add del mod">
          <ac:chgData name="Musafiri Ndatsikira" userId="b94eb00d-5656-4d17-b47b-7c5df900e35c" providerId="ADAL" clId="{659AD4B1-D8F2-4C58-AEA7-2713ABCA7B73}" dt="2026-01-22T14:13:44.567" v="205" actId="26606"/>
          <ac:spMkLst>
            <pc:docMk/>
            <pc:sldMk cId="3798559360" sldId="270"/>
            <ac:spMk id="4" creationId="{8E7A0C3D-60AF-37ED-FDD1-4619FB5CF910}"/>
          </ac:spMkLst>
        </pc:spChg>
        <pc:spChg chg="add del">
          <ac:chgData name="Musafiri Ndatsikira" userId="b94eb00d-5656-4d17-b47b-7c5df900e35c" providerId="ADAL" clId="{659AD4B1-D8F2-4C58-AEA7-2713ABCA7B73}" dt="2026-01-22T14:13:36.101" v="198" actId="26606"/>
          <ac:spMkLst>
            <pc:docMk/>
            <pc:sldMk cId="3798559360" sldId="270"/>
            <ac:spMk id="10" creationId="{D9A7F3BF-8763-4074-AD77-92790AF314D1}"/>
          </ac:spMkLst>
        </pc:spChg>
        <pc:spChg chg="add del">
          <ac:chgData name="Musafiri Ndatsikira" userId="b94eb00d-5656-4d17-b47b-7c5df900e35c" providerId="ADAL" clId="{659AD4B1-D8F2-4C58-AEA7-2713ABCA7B73}" dt="2026-01-22T14:13:40.964" v="200" actId="26606"/>
          <ac:spMkLst>
            <pc:docMk/>
            <pc:sldMk cId="3798559360" sldId="270"/>
            <ac:spMk id="16" creationId="{063BBA22-50EA-4C4D-BE05-F1CE4E63AA56}"/>
          </ac:spMkLst>
        </pc:spChg>
        <pc:spChg chg="add del">
          <ac:chgData name="Musafiri Ndatsikira" userId="b94eb00d-5656-4d17-b47b-7c5df900e35c" providerId="ADAL" clId="{659AD4B1-D8F2-4C58-AEA7-2713ABCA7B73}" dt="2026-01-22T14:13:40.964" v="200" actId="26606"/>
          <ac:spMkLst>
            <pc:docMk/>
            <pc:sldMk cId="3798559360" sldId="270"/>
            <ac:spMk id="19" creationId="{BACC6370-2D7E-4714-9D71-7542949D7D5D}"/>
          </ac:spMkLst>
        </pc:spChg>
        <pc:spChg chg="add del">
          <ac:chgData name="Musafiri Ndatsikira" userId="b94eb00d-5656-4d17-b47b-7c5df900e35c" providerId="ADAL" clId="{659AD4B1-D8F2-4C58-AEA7-2713ABCA7B73}" dt="2026-01-22T14:13:40.964" v="200" actId="26606"/>
          <ac:spMkLst>
            <pc:docMk/>
            <pc:sldMk cId="3798559360" sldId="270"/>
            <ac:spMk id="20" creationId="{F68B3F68-107C-434F-AA38-110D5EA91B85}"/>
          </ac:spMkLst>
        </pc:spChg>
        <pc:spChg chg="add del">
          <ac:chgData name="Musafiri Ndatsikira" userId="b94eb00d-5656-4d17-b47b-7c5df900e35c" providerId="ADAL" clId="{659AD4B1-D8F2-4C58-AEA7-2713ABCA7B73}" dt="2026-01-22T14:13:40.964" v="200" actId="26606"/>
          <ac:spMkLst>
            <pc:docMk/>
            <pc:sldMk cId="3798559360" sldId="270"/>
            <ac:spMk id="21" creationId="{AAD0DBB9-1A4B-4391-81D4-CB19F9AB918A}"/>
          </ac:spMkLst>
        </pc:spChg>
        <pc:grpChg chg="add del">
          <ac:chgData name="Musafiri Ndatsikira" userId="b94eb00d-5656-4d17-b47b-7c5df900e35c" providerId="ADAL" clId="{659AD4B1-D8F2-4C58-AEA7-2713ABCA7B73}" dt="2026-01-22T14:13:36.101" v="198" actId="26606"/>
          <ac:grpSpMkLst>
            <pc:docMk/>
            <pc:sldMk cId="3798559360" sldId="270"/>
            <ac:grpSpMk id="12" creationId="{7A9648D6-B41B-42D0-A817-AE2607B0B5B8}"/>
          </ac:grpSpMkLst>
        </pc:grpChg>
        <pc:graphicFrameChg chg="add del">
          <ac:chgData name="Musafiri Ndatsikira" userId="b94eb00d-5656-4d17-b47b-7c5df900e35c" providerId="ADAL" clId="{659AD4B1-D8F2-4C58-AEA7-2713ABCA7B73}" dt="2026-01-22T14:13:36.101" v="198" actId="26606"/>
          <ac:graphicFrameMkLst>
            <pc:docMk/>
            <pc:sldMk cId="3798559360" sldId="270"/>
            <ac:graphicFrameMk id="6" creationId="{43482168-69F5-95FB-255C-176FEE13C86C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40.964" v="200" actId="26606"/>
          <ac:graphicFrameMkLst>
            <pc:docMk/>
            <pc:sldMk cId="3798559360" sldId="270"/>
            <ac:graphicFrameMk id="22" creationId="{4354C3B5-CDF3-0887-985D-7596A1B0AB08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43.545" v="202" actId="26606"/>
          <ac:graphicFrameMkLst>
            <pc:docMk/>
            <pc:sldMk cId="3798559360" sldId="270"/>
            <ac:graphicFrameMk id="24" creationId="{03650E59-C556-2C9D-6127-AD3E78ABE22D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3:44.536" v="204" actId="26606"/>
          <ac:graphicFrameMkLst>
            <pc:docMk/>
            <pc:sldMk cId="3798559360" sldId="270"/>
            <ac:graphicFrameMk id="26" creationId="{607D4F2B-97D7-EC96-7FA5-804D0CE07A08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3:44.567" v="205" actId="26606"/>
          <ac:graphicFrameMkLst>
            <pc:docMk/>
            <pc:sldMk cId="3798559360" sldId="270"/>
            <ac:graphicFrameMk id="28" creationId="{3C85E1CE-25AD-7989-49A3-919B93BB2D60}"/>
          </ac:graphicFrameMkLst>
        </pc:graphicFrameChg>
        <pc:cxnChg chg="add del">
          <ac:chgData name="Musafiri Ndatsikira" userId="b94eb00d-5656-4d17-b47b-7c5df900e35c" providerId="ADAL" clId="{659AD4B1-D8F2-4C58-AEA7-2713ABCA7B73}" dt="2026-01-22T14:13:36.101" v="198" actId="26606"/>
          <ac:cxnSpMkLst>
            <pc:docMk/>
            <pc:sldMk cId="3798559360" sldId="270"/>
            <ac:cxnSpMk id="17" creationId="{C49DA8F6-BCC1-4447-B54C-57856834B94B}"/>
          </ac:cxnSpMkLst>
        </pc:cxnChg>
      </pc:sldChg>
      <pc:sldChg chg="addSp delSp modSp new mod modTransition">
        <pc:chgData name="Musafiri Ndatsikira" userId="b94eb00d-5656-4d17-b47b-7c5df900e35c" providerId="ADAL" clId="{659AD4B1-D8F2-4C58-AEA7-2713ABCA7B73}" dt="2026-01-22T14:18:12.649" v="237"/>
        <pc:sldMkLst>
          <pc:docMk/>
          <pc:sldMk cId="3379593657" sldId="271"/>
        </pc:sldMkLst>
        <pc:spChg chg="mod">
          <ac:chgData name="Musafiri Ndatsikira" userId="b94eb00d-5656-4d17-b47b-7c5df900e35c" providerId="ADAL" clId="{659AD4B1-D8F2-4C58-AEA7-2713ABCA7B73}" dt="2026-01-22T14:01:12.546" v="57"/>
          <ac:spMkLst>
            <pc:docMk/>
            <pc:sldMk cId="3379593657" sldId="271"/>
            <ac:spMk id="2" creationId="{C6971BE8-7697-8BE3-B297-C1E32EF0C1E7}"/>
          </ac:spMkLst>
        </pc:spChg>
        <pc:spChg chg="del">
          <ac:chgData name="Musafiri Ndatsikira" userId="b94eb00d-5656-4d17-b47b-7c5df900e35c" providerId="ADAL" clId="{659AD4B1-D8F2-4C58-AEA7-2713ABCA7B73}" dt="2026-01-22T14:01:22.896" v="58"/>
          <ac:spMkLst>
            <pc:docMk/>
            <pc:sldMk cId="3379593657" sldId="271"/>
            <ac:spMk id="3" creationId="{ABD66411-A9DC-F70B-F260-85D78A125D47}"/>
          </ac:spMkLst>
        </pc:spChg>
        <pc:spChg chg="add del mod">
          <ac:chgData name="Musafiri Ndatsikira" userId="b94eb00d-5656-4d17-b47b-7c5df900e35c" providerId="ADAL" clId="{659AD4B1-D8F2-4C58-AEA7-2713ABCA7B73}" dt="2026-01-22T14:14:00.664" v="208" actId="26606"/>
          <ac:spMkLst>
            <pc:docMk/>
            <pc:sldMk cId="3379593657" sldId="271"/>
            <ac:spMk id="4" creationId="{FFB8303D-9D4F-0011-7F88-C11FC6B09BC2}"/>
          </ac:spMkLst>
        </pc:spChg>
        <pc:graphicFrameChg chg="add del">
          <ac:chgData name="Musafiri Ndatsikira" userId="b94eb00d-5656-4d17-b47b-7c5df900e35c" providerId="ADAL" clId="{659AD4B1-D8F2-4C58-AEA7-2713ABCA7B73}" dt="2026-01-22T14:14:00.632" v="207" actId="26606"/>
          <ac:graphicFrameMkLst>
            <pc:docMk/>
            <pc:sldMk cId="3379593657" sldId="271"/>
            <ac:graphicFrameMk id="6" creationId="{5013ADFB-BF05-1524-A7B1-A215BFC90753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4:00.664" v="208" actId="26606"/>
          <ac:graphicFrameMkLst>
            <pc:docMk/>
            <pc:sldMk cId="3379593657" sldId="271"/>
            <ac:graphicFrameMk id="8" creationId="{F04BCA6C-6427-CC97-BF5B-3C2DD15FB70F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2023948726" sldId="272"/>
        </pc:sldMkLst>
        <pc:spChg chg="mod">
          <ac:chgData name="Musafiri Ndatsikira" userId="b94eb00d-5656-4d17-b47b-7c5df900e35c" providerId="ADAL" clId="{659AD4B1-D8F2-4C58-AEA7-2713ABCA7B73}" dt="2026-01-22T14:14:17.065" v="209" actId="26606"/>
          <ac:spMkLst>
            <pc:docMk/>
            <pc:sldMk cId="2023948726" sldId="272"/>
            <ac:spMk id="2" creationId="{447956D6-CA73-E7A2-578F-5D2457B77704}"/>
          </ac:spMkLst>
        </pc:spChg>
        <pc:spChg chg="del">
          <ac:chgData name="Musafiri Ndatsikira" userId="b94eb00d-5656-4d17-b47b-7c5df900e35c" providerId="ADAL" clId="{659AD4B1-D8F2-4C58-AEA7-2713ABCA7B73}" dt="2026-01-22T14:02:02.681" v="61"/>
          <ac:spMkLst>
            <pc:docMk/>
            <pc:sldMk cId="2023948726" sldId="272"/>
            <ac:spMk id="3" creationId="{60F09C80-199E-270F-61B4-B3EADB3F89CB}"/>
          </ac:spMkLst>
        </pc:spChg>
        <pc:spChg chg="add">
          <ac:chgData name="Musafiri Ndatsikira" userId="b94eb00d-5656-4d17-b47b-7c5df900e35c" providerId="ADAL" clId="{659AD4B1-D8F2-4C58-AEA7-2713ABCA7B73}" dt="2026-01-22T14:14:17.065" v="209" actId="26606"/>
          <ac:spMkLst>
            <pc:docMk/>
            <pc:sldMk cId="2023948726" sldId="272"/>
            <ac:spMk id="9" creationId="{A8384FB5-9ADC-4DDC-881B-597D56F5B15D}"/>
          </ac:spMkLst>
        </pc:spChg>
        <pc:spChg chg="add">
          <ac:chgData name="Musafiri Ndatsikira" userId="b94eb00d-5656-4d17-b47b-7c5df900e35c" providerId="ADAL" clId="{659AD4B1-D8F2-4C58-AEA7-2713ABCA7B73}" dt="2026-01-22T14:14:17.065" v="209" actId="26606"/>
          <ac:spMkLst>
            <pc:docMk/>
            <pc:sldMk cId="2023948726" sldId="272"/>
            <ac:spMk id="11" creationId="{1199E1B1-A8C0-4FE8-A5A8-1CB41D69F857}"/>
          </ac:spMkLst>
        </pc:spChg>
        <pc:spChg chg="add">
          <ac:chgData name="Musafiri Ndatsikira" userId="b94eb00d-5656-4d17-b47b-7c5df900e35c" providerId="ADAL" clId="{659AD4B1-D8F2-4C58-AEA7-2713ABCA7B73}" dt="2026-01-22T14:14:17.065" v="209" actId="26606"/>
          <ac:spMkLst>
            <pc:docMk/>
            <pc:sldMk cId="2023948726" sldId="272"/>
            <ac:spMk id="13" creationId="{84A8DE83-DE75-4B41-9DB4-A7EC0B0DEC0B}"/>
          </ac:spMkLst>
        </pc:spChg>
        <pc:spChg chg="add">
          <ac:chgData name="Musafiri Ndatsikira" userId="b94eb00d-5656-4d17-b47b-7c5df900e35c" providerId="ADAL" clId="{659AD4B1-D8F2-4C58-AEA7-2713ABCA7B73}" dt="2026-01-22T14:14:17.065" v="209" actId="26606"/>
          <ac:spMkLst>
            <pc:docMk/>
            <pc:sldMk cId="2023948726" sldId="272"/>
            <ac:spMk id="15" creationId="{A7009A0A-BEF5-4EAC-AF15-E4F9F002E239}"/>
          </ac:spMkLst>
        </pc:spChg>
        <pc:graphicFrameChg chg="add mod">
          <ac:chgData name="Musafiri Ndatsikira" userId="b94eb00d-5656-4d17-b47b-7c5df900e35c" providerId="ADAL" clId="{659AD4B1-D8F2-4C58-AEA7-2713ABCA7B73}" dt="2026-01-22T14:14:17.065" v="209" actId="26606"/>
          <ac:graphicFrameMkLst>
            <pc:docMk/>
            <pc:sldMk cId="2023948726" sldId="272"/>
            <ac:graphicFrameMk id="4" creationId="{0F19B819-AC7E-5592-2BA0-F7D618B904B8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2678599108" sldId="273"/>
        </pc:sldMkLst>
        <pc:spChg chg="mod">
          <ac:chgData name="Musafiri Ndatsikira" userId="b94eb00d-5656-4d17-b47b-7c5df900e35c" providerId="ADAL" clId="{659AD4B1-D8F2-4C58-AEA7-2713ABCA7B73}" dt="2026-01-22T14:14:31.400" v="212" actId="26606"/>
          <ac:spMkLst>
            <pc:docMk/>
            <pc:sldMk cId="2678599108" sldId="273"/>
            <ac:spMk id="2" creationId="{3136C7E4-95DF-E421-4ED6-FB3D6350D06C}"/>
          </ac:spMkLst>
        </pc:spChg>
        <pc:spChg chg="del">
          <ac:chgData name="Musafiri Ndatsikira" userId="b94eb00d-5656-4d17-b47b-7c5df900e35c" providerId="ADAL" clId="{659AD4B1-D8F2-4C58-AEA7-2713ABCA7B73}" dt="2026-01-22T14:02:51.423" v="64"/>
          <ac:spMkLst>
            <pc:docMk/>
            <pc:sldMk cId="2678599108" sldId="273"/>
            <ac:spMk id="3" creationId="{45F32527-A642-1B65-087B-51E39C2EFC75}"/>
          </ac:spMkLst>
        </pc:spChg>
        <pc:spChg chg="add del">
          <ac:chgData name="Musafiri Ndatsikira" userId="b94eb00d-5656-4d17-b47b-7c5df900e35c" providerId="ADAL" clId="{659AD4B1-D8F2-4C58-AEA7-2713ABCA7B73}" dt="2026-01-22T14:14:31.336" v="211" actId="26606"/>
          <ac:spMkLst>
            <pc:docMk/>
            <pc:sldMk cId="2678599108" sldId="273"/>
            <ac:spMk id="9" creationId="{BACC6370-2D7E-4714-9D71-7542949D7D5D}"/>
          </ac:spMkLst>
        </pc:spChg>
        <pc:spChg chg="add del">
          <ac:chgData name="Musafiri Ndatsikira" userId="b94eb00d-5656-4d17-b47b-7c5df900e35c" providerId="ADAL" clId="{659AD4B1-D8F2-4C58-AEA7-2713ABCA7B73}" dt="2026-01-22T14:14:31.336" v="211" actId="26606"/>
          <ac:spMkLst>
            <pc:docMk/>
            <pc:sldMk cId="2678599108" sldId="273"/>
            <ac:spMk id="11" creationId="{F68B3F68-107C-434F-AA38-110D5EA91B85}"/>
          </ac:spMkLst>
        </pc:spChg>
        <pc:spChg chg="add del">
          <ac:chgData name="Musafiri Ndatsikira" userId="b94eb00d-5656-4d17-b47b-7c5df900e35c" providerId="ADAL" clId="{659AD4B1-D8F2-4C58-AEA7-2713ABCA7B73}" dt="2026-01-22T14:14:31.336" v="211" actId="26606"/>
          <ac:spMkLst>
            <pc:docMk/>
            <pc:sldMk cId="2678599108" sldId="273"/>
            <ac:spMk id="13" creationId="{AAD0DBB9-1A4B-4391-81D4-CB19F9AB918A}"/>
          </ac:spMkLst>
        </pc:spChg>
        <pc:spChg chg="add del">
          <ac:chgData name="Musafiri Ndatsikira" userId="b94eb00d-5656-4d17-b47b-7c5df900e35c" providerId="ADAL" clId="{659AD4B1-D8F2-4C58-AEA7-2713ABCA7B73}" dt="2026-01-22T14:14:31.336" v="211" actId="26606"/>
          <ac:spMkLst>
            <pc:docMk/>
            <pc:sldMk cId="2678599108" sldId="273"/>
            <ac:spMk id="15" creationId="{063BBA22-50EA-4C4D-BE05-F1CE4E63AA56}"/>
          </ac:spMkLst>
        </pc:spChg>
        <pc:spChg chg="add">
          <ac:chgData name="Musafiri Ndatsikira" userId="b94eb00d-5656-4d17-b47b-7c5df900e35c" providerId="ADAL" clId="{659AD4B1-D8F2-4C58-AEA7-2713ABCA7B73}" dt="2026-01-22T14:14:31.400" v="212" actId="26606"/>
          <ac:spMkLst>
            <pc:docMk/>
            <pc:sldMk cId="2678599108" sldId="273"/>
            <ac:spMk id="17" creationId="{BCED4D40-4B67-4331-AC48-79B82B4A47D8}"/>
          </ac:spMkLst>
        </pc:spChg>
        <pc:spChg chg="add">
          <ac:chgData name="Musafiri Ndatsikira" userId="b94eb00d-5656-4d17-b47b-7c5df900e35c" providerId="ADAL" clId="{659AD4B1-D8F2-4C58-AEA7-2713ABCA7B73}" dt="2026-01-22T14:14:31.400" v="212" actId="26606"/>
          <ac:spMkLst>
            <pc:docMk/>
            <pc:sldMk cId="2678599108" sldId="273"/>
            <ac:spMk id="18" creationId="{670CEDEF-4F34-412E-84EE-329C1E936AF5}"/>
          </ac:spMkLst>
        </pc:spChg>
        <pc:graphicFrameChg chg="add mod modGraphic">
          <ac:chgData name="Musafiri Ndatsikira" userId="b94eb00d-5656-4d17-b47b-7c5df900e35c" providerId="ADAL" clId="{659AD4B1-D8F2-4C58-AEA7-2713ABCA7B73}" dt="2026-01-22T14:14:31.400" v="212" actId="26606"/>
          <ac:graphicFrameMkLst>
            <pc:docMk/>
            <pc:sldMk cId="2678599108" sldId="273"/>
            <ac:graphicFrameMk id="4" creationId="{ADBFBE1A-54BA-F77C-CDE5-E95EA43B5262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784085202" sldId="274"/>
        </pc:sldMkLst>
        <pc:spChg chg="mo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2" creationId="{37895569-E187-0A53-9742-84F04C95C78D}"/>
          </ac:spMkLst>
        </pc:spChg>
        <pc:spChg chg="del mo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3" creationId="{4E16E18D-3758-8A71-7B0A-64AE45AE4C92}"/>
          </ac:spMkLst>
        </pc:spChg>
        <pc:spChg chg="add del">
          <ac:chgData name="Musafiri Ndatsikira" userId="b94eb00d-5656-4d17-b47b-7c5df900e35c" providerId="ADAL" clId="{659AD4B1-D8F2-4C58-AEA7-2713ABCA7B73}" dt="2026-01-22T14:15:10.076" v="214" actId="26606"/>
          <ac:spMkLst>
            <pc:docMk/>
            <pc:sldMk cId="784085202" sldId="274"/>
            <ac:spMk id="8" creationId="{1B15ED52-F352-441B-82BF-E0EA34836D08}"/>
          </ac:spMkLst>
        </pc:spChg>
        <pc:spChg chg="ad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9" creationId="{BACC6370-2D7E-4714-9D71-7542949D7D5D}"/>
          </ac:spMkLst>
        </pc:spChg>
        <pc:spChg chg="add del">
          <ac:chgData name="Musafiri Ndatsikira" userId="b94eb00d-5656-4d17-b47b-7c5df900e35c" providerId="ADAL" clId="{659AD4B1-D8F2-4C58-AEA7-2713ABCA7B73}" dt="2026-01-22T14:15:10.076" v="214" actId="26606"/>
          <ac:spMkLst>
            <pc:docMk/>
            <pc:sldMk cId="784085202" sldId="274"/>
            <ac:spMk id="10" creationId="{3B2E3793-BFE6-45A2-9B7B-E18844431C99}"/>
          </ac:spMkLst>
        </pc:spChg>
        <pc:spChg chg="ad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11" creationId="{256B2C21-A230-48C0-8DF1-C46611373C44}"/>
          </ac:spMkLst>
        </pc:spChg>
        <pc:spChg chg="add del">
          <ac:chgData name="Musafiri Ndatsikira" userId="b94eb00d-5656-4d17-b47b-7c5df900e35c" providerId="ADAL" clId="{659AD4B1-D8F2-4C58-AEA7-2713ABCA7B73}" dt="2026-01-22T14:15:10.076" v="214" actId="26606"/>
          <ac:spMkLst>
            <pc:docMk/>
            <pc:sldMk cId="784085202" sldId="274"/>
            <ac:spMk id="12" creationId="{BC4C4868-CB8F-4AF9-9CDB-8108F2C19B67}"/>
          </ac:spMkLst>
        </pc:spChg>
        <pc:spChg chg="ad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13" creationId="{3847E18C-932D-4C95-AABA-FEC7C9499AD7}"/>
          </ac:spMkLst>
        </pc:spChg>
        <pc:spChg chg="add del">
          <ac:chgData name="Musafiri Ndatsikira" userId="b94eb00d-5656-4d17-b47b-7c5df900e35c" providerId="ADAL" clId="{659AD4B1-D8F2-4C58-AEA7-2713ABCA7B73}" dt="2026-01-22T14:15:10.076" v="214" actId="26606"/>
          <ac:spMkLst>
            <pc:docMk/>
            <pc:sldMk cId="784085202" sldId="274"/>
            <ac:spMk id="14" creationId="{375E0459-6403-40CD-989D-56A4407CA12E}"/>
          </ac:spMkLst>
        </pc:spChg>
        <pc:spChg chg="ad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15" creationId="{3150CB11-0C61-439E-910F-5787759E72A0}"/>
          </ac:spMkLst>
        </pc:spChg>
        <pc:spChg chg="add del">
          <ac:chgData name="Musafiri Ndatsikira" userId="b94eb00d-5656-4d17-b47b-7c5df900e35c" providerId="ADAL" clId="{659AD4B1-D8F2-4C58-AEA7-2713ABCA7B73}" dt="2026-01-22T14:15:10.076" v="214" actId="26606"/>
          <ac:spMkLst>
            <pc:docMk/>
            <pc:sldMk cId="784085202" sldId="274"/>
            <ac:spMk id="16" creationId="{53E5B1A8-3AC9-4BD1-9BBC-78CA94F2D1BA}"/>
          </ac:spMkLst>
        </pc:spChg>
        <pc:spChg chg="ad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17" creationId="{43F8A58B-5155-44CE-A5FF-7647B47D0A7A}"/>
          </ac:spMkLst>
        </pc:spChg>
        <pc:spChg chg="add">
          <ac:chgData name="Musafiri Ndatsikira" userId="b94eb00d-5656-4d17-b47b-7c5df900e35c" providerId="ADAL" clId="{659AD4B1-D8F2-4C58-AEA7-2713ABCA7B73}" dt="2026-01-22T14:15:10.096" v="215" actId="26606"/>
          <ac:spMkLst>
            <pc:docMk/>
            <pc:sldMk cId="784085202" sldId="274"/>
            <ac:spMk id="19" creationId="{443F2ACA-E6D6-4028-82DD-F03C262D5DE6}"/>
          </ac:spMkLst>
        </pc:spChg>
        <pc:graphicFrameChg chg="add">
          <ac:chgData name="Musafiri Ndatsikira" userId="b94eb00d-5656-4d17-b47b-7c5df900e35c" providerId="ADAL" clId="{659AD4B1-D8F2-4C58-AEA7-2713ABCA7B73}" dt="2026-01-22T14:15:10.096" v="215" actId="26606"/>
          <ac:graphicFrameMkLst>
            <pc:docMk/>
            <pc:sldMk cId="784085202" sldId="274"/>
            <ac:graphicFrameMk id="5" creationId="{77550F2C-15E0-5301-8018-4D376CE80038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645039558" sldId="275"/>
        </pc:sldMkLst>
        <pc:spChg chg="mod">
          <ac:chgData name="Musafiri Ndatsikira" userId="b94eb00d-5656-4d17-b47b-7c5df900e35c" providerId="ADAL" clId="{659AD4B1-D8F2-4C58-AEA7-2713ABCA7B73}" dt="2026-01-22T14:15:21.523" v="218" actId="26606"/>
          <ac:spMkLst>
            <pc:docMk/>
            <pc:sldMk cId="645039558" sldId="275"/>
            <ac:spMk id="2" creationId="{9A83FBE3-14A6-37F8-5F06-DCB255E27E0F}"/>
          </ac:spMkLst>
        </pc:spChg>
        <pc:spChg chg="del">
          <ac:chgData name="Musafiri Ndatsikira" userId="b94eb00d-5656-4d17-b47b-7c5df900e35c" providerId="ADAL" clId="{659AD4B1-D8F2-4C58-AEA7-2713ABCA7B73}" dt="2026-01-22T14:04:48.692" v="80"/>
          <ac:spMkLst>
            <pc:docMk/>
            <pc:sldMk cId="645039558" sldId="275"/>
            <ac:spMk id="3" creationId="{BC40F170-0786-3934-C1CB-D7468EB96CAB}"/>
          </ac:spMkLst>
        </pc:spChg>
        <pc:spChg chg="add del">
          <ac:chgData name="Musafiri Ndatsikira" userId="b94eb00d-5656-4d17-b47b-7c5df900e35c" providerId="ADAL" clId="{659AD4B1-D8F2-4C58-AEA7-2713ABCA7B73}" dt="2026-01-22T14:15:21.496" v="217" actId="26606"/>
          <ac:spMkLst>
            <pc:docMk/>
            <pc:sldMk cId="645039558" sldId="275"/>
            <ac:spMk id="9" creationId="{56E9B3E6-E277-4D68-BA48-9CB43FFBD6E2}"/>
          </ac:spMkLst>
        </pc:spChg>
        <pc:spChg chg="add del">
          <ac:chgData name="Musafiri Ndatsikira" userId="b94eb00d-5656-4d17-b47b-7c5df900e35c" providerId="ADAL" clId="{659AD4B1-D8F2-4C58-AEA7-2713ABCA7B73}" dt="2026-01-22T14:15:21.496" v="217" actId="26606"/>
          <ac:spMkLst>
            <pc:docMk/>
            <pc:sldMk cId="645039558" sldId="275"/>
            <ac:spMk id="16" creationId="{D5B0017B-2ECA-49AF-B397-DC140825DF8D}"/>
          </ac:spMkLst>
        </pc:spChg>
        <pc:spChg chg="add">
          <ac:chgData name="Musafiri Ndatsikira" userId="b94eb00d-5656-4d17-b47b-7c5df900e35c" providerId="ADAL" clId="{659AD4B1-D8F2-4C58-AEA7-2713ABCA7B73}" dt="2026-01-22T14:15:21.523" v="218" actId="26606"/>
          <ac:spMkLst>
            <pc:docMk/>
            <pc:sldMk cId="645039558" sldId="275"/>
            <ac:spMk id="20" creationId="{35DB3719-6FDC-4E5D-891D-FF40B7300F64}"/>
          </ac:spMkLst>
        </pc:spChg>
        <pc:spChg chg="add">
          <ac:chgData name="Musafiri Ndatsikira" userId="b94eb00d-5656-4d17-b47b-7c5df900e35c" providerId="ADAL" clId="{659AD4B1-D8F2-4C58-AEA7-2713ABCA7B73}" dt="2026-01-22T14:15:21.523" v="218" actId="26606"/>
          <ac:spMkLst>
            <pc:docMk/>
            <pc:sldMk cId="645039558" sldId="275"/>
            <ac:spMk id="21" creationId="{E0CBAC23-2E3F-4A90-BA59-F8299F6A5439}"/>
          </ac:spMkLst>
        </pc:spChg>
        <pc:grpChg chg="add del">
          <ac:chgData name="Musafiri Ndatsikira" userId="b94eb00d-5656-4d17-b47b-7c5df900e35c" providerId="ADAL" clId="{659AD4B1-D8F2-4C58-AEA7-2713ABCA7B73}" dt="2026-01-22T14:15:21.496" v="217" actId="26606"/>
          <ac:grpSpMkLst>
            <pc:docMk/>
            <pc:sldMk cId="645039558" sldId="275"/>
            <ac:grpSpMk id="11" creationId="{AE1C45F0-260A-458C-96ED-C1F6D2151219}"/>
          </ac:grpSpMkLst>
        </pc:grpChg>
        <pc:graphicFrameChg chg="add mod modGraphic">
          <ac:chgData name="Musafiri Ndatsikira" userId="b94eb00d-5656-4d17-b47b-7c5df900e35c" providerId="ADAL" clId="{659AD4B1-D8F2-4C58-AEA7-2713ABCA7B73}" dt="2026-01-22T14:15:21.523" v="218" actId="26606"/>
          <ac:graphicFrameMkLst>
            <pc:docMk/>
            <pc:sldMk cId="645039558" sldId="275"/>
            <ac:graphicFrameMk id="4" creationId="{26F45BDF-1942-4F41-4075-FA97C9535C5B}"/>
          </ac:graphicFrameMkLst>
        </pc:graphicFrameChg>
        <pc:cxnChg chg="add del">
          <ac:chgData name="Musafiri Ndatsikira" userId="b94eb00d-5656-4d17-b47b-7c5df900e35c" providerId="ADAL" clId="{659AD4B1-D8F2-4C58-AEA7-2713ABCA7B73}" dt="2026-01-22T14:15:21.496" v="217" actId="26606"/>
          <ac:cxnSpMkLst>
            <pc:docMk/>
            <pc:sldMk cId="645039558" sldId="275"/>
            <ac:cxnSpMk id="18" creationId="{6CF1BAF6-AD41-4082-B212-8A1F9A2E8779}"/>
          </ac:cxnSpMkLst>
        </pc:cxn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339150267" sldId="276"/>
        </pc:sldMkLst>
        <pc:spChg chg="mod">
          <ac:chgData name="Musafiri Ndatsikira" userId="b94eb00d-5656-4d17-b47b-7c5df900e35c" providerId="ADAL" clId="{659AD4B1-D8F2-4C58-AEA7-2713ABCA7B73}" dt="2026-01-22T14:15:44.396" v="223" actId="26606"/>
          <ac:spMkLst>
            <pc:docMk/>
            <pc:sldMk cId="339150267" sldId="276"/>
            <ac:spMk id="2" creationId="{25B39BF5-C672-0395-CF07-39D2994ADA64}"/>
          </ac:spMkLst>
        </pc:spChg>
        <pc:spChg chg="del">
          <ac:chgData name="Musafiri Ndatsikira" userId="b94eb00d-5656-4d17-b47b-7c5df900e35c" providerId="ADAL" clId="{659AD4B1-D8F2-4C58-AEA7-2713ABCA7B73}" dt="2026-01-22T14:05:13.188" v="83"/>
          <ac:spMkLst>
            <pc:docMk/>
            <pc:sldMk cId="339150267" sldId="276"/>
            <ac:spMk id="3" creationId="{324EE658-DACA-4429-73CC-2D159DC1A6C6}"/>
          </ac:spMkLst>
        </pc:spChg>
        <pc:spChg chg="add del mod">
          <ac:chgData name="Musafiri Ndatsikira" userId="b94eb00d-5656-4d17-b47b-7c5df900e35c" providerId="ADAL" clId="{659AD4B1-D8F2-4C58-AEA7-2713ABCA7B73}" dt="2026-01-22T14:15:44.396" v="223" actId="26606"/>
          <ac:spMkLst>
            <pc:docMk/>
            <pc:sldMk cId="339150267" sldId="276"/>
            <ac:spMk id="4" creationId="{A70E7753-9180-5CD9-8129-49968DBB34F6}"/>
          </ac:spMkLst>
        </pc:spChg>
        <pc:spChg chg="add del">
          <ac:chgData name="Musafiri Ndatsikira" userId="b94eb00d-5656-4d17-b47b-7c5df900e35c" providerId="ADAL" clId="{659AD4B1-D8F2-4C58-AEA7-2713ABCA7B73}" dt="2026-01-22T14:15:41.391" v="220" actId="26606"/>
          <ac:spMkLst>
            <pc:docMk/>
            <pc:sldMk cId="339150267" sldId="276"/>
            <ac:spMk id="10" creationId="{35DB3719-6FDC-4E5D-891D-FF40B7300F64}"/>
          </ac:spMkLst>
        </pc:spChg>
        <pc:spChg chg="add del">
          <ac:chgData name="Musafiri Ndatsikira" userId="b94eb00d-5656-4d17-b47b-7c5df900e35c" providerId="ADAL" clId="{659AD4B1-D8F2-4C58-AEA7-2713ABCA7B73}" dt="2026-01-22T14:15:41.391" v="220" actId="26606"/>
          <ac:spMkLst>
            <pc:docMk/>
            <pc:sldMk cId="339150267" sldId="276"/>
            <ac:spMk id="12" creationId="{E0CBAC23-2E3F-4A90-BA59-F8299F6A5439}"/>
          </ac:spMkLst>
        </pc:spChg>
        <pc:spChg chg="add del">
          <ac:chgData name="Musafiri Ndatsikira" userId="b94eb00d-5656-4d17-b47b-7c5df900e35c" providerId="ADAL" clId="{659AD4B1-D8F2-4C58-AEA7-2713ABCA7B73}" dt="2026-01-22T14:15:44.376" v="222" actId="26606"/>
          <ac:spMkLst>
            <pc:docMk/>
            <pc:sldMk cId="339150267" sldId="276"/>
            <ac:spMk id="14" creationId="{35DB3719-6FDC-4E5D-891D-FF40B7300F64}"/>
          </ac:spMkLst>
        </pc:spChg>
        <pc:spChg chg="add del">
          <ac:chgData name="Musafiri Ndatsikira" userId="b94eb00d-5656-4d17-b47b-7c5df900e35c" providerId="ADAL" clId="{659AD4B1-D8F2-4C58-AEA7-2713ABCA7B73}" dt="2026-01-22T14:15:44.376" v="222" actId="26606"/>
          <ac:spMkLst>
            <pc:docMk/>
            <pc:sldMk cId="339150267" sldId="276"/>
            <ac:spMk id="15" creationId="{E0CBAC23-2E3F-4A90-BA59-F8299F6A5439}"/>
          </ac:spMkLst>
        </pc:spChg>
        <pc:spChg chg="add">
          <ac:chgData name="Musafiri Ndatsikira" userId="b94eb00d-5656-4d17-b47b-7c5df900e35c" providerId="ADAL" clId="{659AD4B1-D8F2-4C58-AEA7-2713ABCA7B73}" dt="2026-01-22T14:15:44.396" v="223" actId="26606"/>
          <ac:spMkLst>
            <pc:docMk/>
            <pc:sldMk cId="339150267" sldId="276"/>
            <ac:spMk id="18" creationId="{53B021B3-DE93-4AB7-8A18-CF5F1CED88B8}"/>
          </ac:spMkLst>
        </pc:spChg>
        <pc:spChg chg="add">
          <ac:chgData name="Musafiri Ndatsikira" userId="b94eb00d-5656-4d17-b47b-7c5df900e35c" providerId="ADAL" clId="{659AD4B1-D8F2-4C58-AEA7-2713ABCA7B73}" dt="2026-01-22T14:15:44.396" v="223" actId="26606"/>
          <ac:spMkLst>
            <pc:docMk/>
            <pc:sldMk cId="339150267" sldId="276"/>
            <ac:spMk id="19" creationId="{52D502E5-F6B4-4D58-B4AE-FC466FF15EE8}"/>
          </ac:spMkLst>
        </pc:spChg>
        <pc:spChg chg="add">
          <ac:chgData name="Musafiri Ndatsikira" userId="b94eb00d-5656-4d17-b47b-7c5df900e35c" providerId="ADAL" clId="{659AD4B1-D8F2-4C58-AEA7-2713ABCA7B73}" dt="2026-01-22T14:15:44.396" v="223" actId="26606"/>
          <ac:spMkLst>
            <pc:docMk/>
            <pc:sldMk cId="339150267" sldId="276"/>
            <ac:spMk id="20" creationId="{9DECDBF4-02B6-4BB4-B65B-B8107AD6A9E8}"/>
          </ac:spMkLst>
        </pc:spChg>
        <pc:graphicFrameChg chg="add del">
          <ac:chgData name="Musafiri Ndatsikira" userId="b94eb00d-5656-4d17-b47b-7c5df900e35c" providerId="ADAL" clId="{659AD4B1-D8F2-4C58-AEA7-2713ABCA7B73}" dt="2026-01-22T14:15:41.391" v="220" actId="26606"/>
          <ac:graphicFrameMkLst>
            <pc:docMk/>
            <pc:sldMk cId="339150267" sldId="276"/>
            <ac:graphicFrameMk id="6" creationId="{60C0729B-E40C-7199-354E-C46BB1E5FD13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5:44.376" v="222" actId="26606"/>
          <ac:graphicFrameMkLst>
            <pc:docMk/>
            <pc:sldMk cId="339150267" sldId="276"/>
            <ac:graphicFrameMk id="16" creationId="{F13894DD-4624-6DB8-EC0A-56D61D58A4F0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5:44.396" v="223" actId="26606"/>
          <ac:graphicFrameMkLst>
            <pc:docMk/>
            <pc:sldMk cId="339150267" sldId="276"/>
            <ac:graphicFrameMk id="21" creationId="{D9F023B2-0B5F-0B64-BB4C-C05B03CC5EA5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2267846806" sldId="277"/>
        </pc:sldMkLst>
        <pc:spChg chg="mod">
          <ac:chgData name="Musafiri Ndatsikira" userId="b94eb00d-5656-4d17-b47b-7c5df900e35c" providerId="ADAL" clId="{659AD4B1-D8F2-4C58-AEA7-2713ABCA7B73}" dt="2026-01-22T14:16:15.223" v="228" actId="26606"/>
          <ac:spMkLst>
            <pc:docMk/>
            <pc:sldMk cId="2267846806" sldId="277"/>
            <ac:spMk id="2" creationId="{70B4DCE7-714F-EC55-6530-683BA061E9CD}"/>
          </ac:spMkLst>
        </pc:spChg>
        <pc:spChg chg="del">
          <ac:chgData name="Musafiri Ndatsikira" userId="b94eb00d-5656-4d17-b47b-7c5df900e35c" providerId="ADAL" clId="{659AD4B1-D8F2-4C58-AEA7-2713ABCA7B73}" dt="2026-01-22T14:05:34.537" v="86"/>
          <ac:spMkLst>
            <pc:docMk/>
            <pc:sldMk cId="2267846806" sldId="277"/>
            <ac:spMk id="3" creationId="{ED04047D-9C80-4628-4652-28115C895138}"/>
          </ac:spMkLst>
        </pc:spChg>
        <pc:spChg chg="add del mod">
          <ac:chgData name="Musafiri Ndatsikira" userId="b94eb00d-5656-4d17-b47b-7c5df900e35c" providerId="ADAL" clId="{659AD4B1-D8F2-4C58-AEA7-2713ABCA7B73}" dt="2026-01-22T14:16:15.223" v="228" actId="26606"/>
          <ac:spMkLst>
            <pc:docMk/>
            <pc:sldMk cId="2267846806" sldId="277"/>
            <ac:spMk id="4" creationId="{2140519F-F0AE-0C14-3044-211BEF302D35}"/>
          </ac:spMkLst>
        </pc:spChg>
        <pc:spChg chg="add del">
          <ac:chgData name="Musafiri Ndatsikira" userId="b94eb00d-5656-4d17-b47b-7c5df900e35c" providerId="ADAL" clId="{659AD4B1-D8F2-4C58-AEA7-2713ABCA7B73}" dt="2026-01-22T14:16:11.994" v="225" actId="26606"/>
          <ac:spMkLst>
            <pc:docMk/>
            <pc:sldMk cId="2267846806" sldId="277"/>
            <ac:spMk id="10" creationId="{53B021B3-DE93-4AB7-8A18-CF5F1CED88B8}"/>
          </ac:spMkLst>
        </pc:spChg>
        <pc:spChg chg="add del">
          <ac:chgData name="Musafiri Ndatsikira" userId="b94eb00d-5656-4d17-b47b-7c5df900e35c" providerId="ADAL" clId="{659AD4B1-D8F2-4C58-AEA7-2713ABCA7B73}" dt="2026-01-22T14:16:11.994" v="225" actId="26606"/>
          <ac:spMkLst>
            <pc:docMk/>
            <pc:sldMk cId="2267846806" sldId="277"/>
            <ac:spMk id="12" creationId="{52D502E5-F6B4-4D58-B4AE-FC466FF15EE8}"/>
          </ac:spMkLst>
        </pc:spChg>
        <pc:spChg chg="add del">
          <ac:chgData name="Musafiri Ndatsikira" userId="b94eb00d-5656-4d17-b47b-7c5df900e35c" providerId="ADAL" clId="{659AD4B1-D8F2-4C58-AEA7-2713ABCA7B73}" dt="2026-01-22T14:16:11.994" v="225" actId="26606"/>
          <ac:spMkLst>
            <pc:docMk/>
            <pc:sldMk cId="2267846806" sldId="277"/>
            <ac:spMk id="14" creationId="{9DECDBF4-02B6-4BB4-B65B-B8107AD6A9E8}"/>
          </ac:spMkLst>
        </pc:spChg>
        <pc:spChg chg="add del">
          <ac:chgData name="Musafiri Ndatsikira" userId="b94eb00d-5656-4d17-b47b-7c5df900e35c" providerId="ADAL" clId="{659AD4B1-D8F2-4C58-AEA7-2713ABCA7B73}" dt="2026-01-22T14:16:15.207" v="227" actId="26606"/>
          <ac:spMkLst>
            <pc:docMk/>
            <pc:sldMk cId="2267846806" sldId="277"/>
            <ac:spMk id="16" creationId="{7301F447-EEF7-48F5-AF73-7566EE7F64AD}"/>
          </ac:spMkLst>
        </pc:spChg>
        <pc:spChg chg="add del">
          <ac:chgData name="Musafiri Ndatsikira" userId="b94eb00d-5656-4d17-b47b-7c5df900e35c" providerId="ADAL" clId="{659AD4B1-D8F2-4C58-AEA7-2713ABCA7B73}" dt="2026-01-22T14:16:15.207" v="227" actId="26606"/>
          <ac:spMkLst>
            <pc:docMk/>
            <pc:sldMk cId="2267846806" sldId="277"/>
            <ac:spMk id="17" creationId="{F7117410-A2A4-4085-9ADC-46744551DBDE}"/>
          </ac:spMkLst>
        </pc:spChg>
        <pc:spChg chg="add del">
          <ac:chgData name="Musafiri Ndatsikira" userId="b94eb00d-5656-4d17-b47b-7c5df900e35c" providerId="ADAL" clId="{659AD4B1-D8F2-4C58-AEA7-2713ABCA7B73}" dt="2026-01-22T14:16:15.207" v="227" actId="26606"/>
          <ac:spMkLst>
            <pc:docMk/>
            <pc:sldMk cId="2267846806" sldId="277"/>
            <ac:spMk id="18" creationId="{99F74EB5-E547-4FB4-95F5-BCC788F3C4A0}"/>
          </ac:spMkLst>
        </pc:spChg>
        <pc:spChg chg="add">
          <ac:chgData name="Musafiri Ndatsikira" userId="b94eb00d-5656-4d17-b47b-7c5df900e35c" providerId="ADAL" clId="{659AD4B1-D8F2-4C58-AEA7-2713ABCA7B73}" dt="2026-01-22T14:16:15.223" v="228" actId="26606"/>
          <ac:spMkLst>
            <pc:docMk/>
            <pc:sldMk cId="2267846806" sldId="277"/>
            <ac:spMk id="21" creationId="{C05CBC3C-2E5A-4839-8B9B-2E5A6ADF0F58}"/>
          </ac:spMkLst>
        </pc:spChg>
        <pc:spChg chg="add">
          <ac:chgData name="Musafiri Ndatsikira" userId="b94eb00d-5656-4d17-b47b-7c5df900e35c" providerId="ADAL" clId="{659AD4B1-D8F2-4C58-AEA7-2713ABCA7B73}" dt="2026-01-22T14:16:15.223" v="228" actId="26606"/>
          <ac:spMkLst>
            <pc:docMk/>
            <pc:sldMk cId="2267846806" sldId="277"/>
            <ac:spMk id="22" creationId="{DB5B423A-57CC-4C58-AA26-8E2E862B03A0}"/>
          </ac:spMkLst>
        </pc:spChg>
        <pc:graphicFrameChg chg="add del">
          <ac:chgData name="Musafiri Ndatsikira" userId="b94eb00d-5656-4d17-b47b-7c5df900e35c" providerId="ADAL" clId="{659AD4B1-D8F2-4C58-AEA7-2713ABCA7B73}" dt="2026-01-22T14:16:11.994" v="225" actId="26606"/>
          <ac:graphicFrameMkLst>
            <pc:docMk/>
            <pc:sldMk cId="2267846806" sldId="277"/>
            <ac:graphicFrameMk id="6" creationId="{71759D41-0886-AAF9-5764-69B0E10A2D79}"/>
          </ac:graphicFrameMkLst>
        </pc:graphicFrameChg>
        <pc:graphicFrameChg chg="add del">
          <ac:chgData name="Musafiri Ndatsikira" userId="b94eb00d-5656-4d17-b47b-7c5df900e35c" providerId="ADAL" clId="{659AD4B1-D8F2-4C58-AEA7-2713ABCA7B73}" dt="2026-01-22T14:16:15.207" v="227" actId="26606"/>
          <ac:graphicFrameMkLst>
            <pc:docMk/>
            <pc:sldMk cId="2267846806" sldId="277"/>
            <ac:graphicFrameMk id="19" creationId="{3F2AB29C-8AF0-6CAD-6708-04EA4C8B1ACC}"/>
          </ac:graphicFrameMkLst>
        </pc:graphicFrameChg>
        <pc:graphicFrameChg chg="add">
          <ac:chgData name="Musafiri Ndatsikira" userId="b94eb00d-5656-4d17-b47b-7c5df900e35c" providerId="ADAL" clId="{659AD4B1-D8F2-4C58-AEA7-2713ABCA7B73}" dt="2026-01-22T14:16:15.223" v="228" actId="26606"/>
          <ac:graphicFrameMkLst>
            <pc:docMk/>
            <pc:sldMk cId="2267846806" sldId="277"/>
            <ac:graphicFrameMk id="23" creationId="{3F9C2705-4ABF-49D6-2917-6B7E1BE607E3}"/>
          </ac:graphicFrameMkLst>
        </pc:graphicFrameChg>
      </pc:sldChg>
      <pc:sldChg chg="addSp delSp modSp new mod modTransition setBg">
        <pc:chgData name="Musafiri Ndatsikira" userId="b94eb00d-5656-4d17-b47b-7c5df900e35c" providerId="ADAL" clId="{659AD4B1-D8F2-4C58-AEA7-2713ABCA7B73}" dt="2026-01-22T14:18:12.649" v="237"/>
        <pc:sldMkLst>
          <pc:docMk/>
          <pc:sldMk cId="1546951790" sldId="278"/>
        </pc:sldMkLst>
        <pc:spChg chg="mod">
          <ac:chgData name="Musafiri Ndatsikira" userId="b94eb00d-5656-4d17-b47b-7c5df900e35c" providerId="ADAL" clId="{659AD4B1-D8F2-4C58-AEA7-2713ABCA7B73}" dt="2026-01-22T14:17:25.683" v="229" actId="26606"/>
          <ac:spMkLst>
            <pc:docMk/>
            <pc:sldMk cId="1546951790" sldId="278"/>
            <ac:spMk id="2" creationId="{D591449B-20D7-DA0E-A96C-E35380966B36}"/>
          </ac:spMkLst>
        </pc:spChg>
        <pc:spChg chg="del">
          <ac:chgData name="Musafiri Ndatsikira" userId="b94eb00d-5656-4d17-b47b-7c5df900e35c" providerId="ADAL" clId="{659AD4B1-D8F2-4C58-AEA7-2713ABCA7B73}" dt="2026-01-22T14:05:55.391" v="89"/>
          <ac:spMkLst>
            <pc:docMk/>
            <pc:sldMk cId="1546951790" sldId="278"/>
            <ac:spMk id="3" creationId="{4A5DF49F-D65C-DE1C-54F3-110B541D1D7F}"/>
          </ac:spMkLst>
        </pc:spChg>
        <pc:spChg chg="add del mod">
          <ac:chgData name="Musafiri Ndatsikira" userId="b94eb00d-5656-4d17-b47b-7c5df900e35c" providerId="ADAL" clId="{659AD4B1-D8F2-4C58-AEA7-2713ABCA7B73}" dt="2026-01-22T14:17:25.683" v="229" actId="26606"/>
          <ac:spMkLst>
            <pc:docMk/>
            <pc:sldMk cId="1546951790" sldId="278"/>
            <ac:spMk id="4" creationId="{91F45470-AFC3-A06D-BF25-6658727275AB}"/>
          </ac:spMkLst>
        </pc:spChg>
        <pc:spChg chg="add">
          <ac:chgData name="Musafiri Ndatsikira" userId="b94eb00d-5656-4d17-b47b-7c5df900e35c" providerId="ADAL" clId="{659AD4B1-D8F2-4C58-AEA7-2713ABCA7B73}" dt="2026-01-22T14:17:25.683" v="229" actId="26606"/>
          <ac:spMkLst>
            <pc:docMk/>
            <pc:sldMk cId="1546951790" sldId="278"/>
            <ac:spMk id="10" creationId="{53B021B3-DE93-4AB7-8A18-CF5F1CED88B8}"/>
          </ac:spMkLst>
        </pc:spChg>
        <pc:spChg chg="add">
          <ac:chgData name="Musafiri Ndatsikira" userId="b94eb00d-5656-4d17-b47b-7c5df900e35c" providerId="ADAL" clId="{659AD4B1-D8F2-4C58-AEA7-2713ABCA7B73}" dt="2026-01-22T14:17:25.683" v="229" actId="26606"/>
          <ac:spMkLst>
            <pc:docMk/>
            <pc:sldMk cId="1546951790" sldId="278"/>
            <ac:spMk id="12" creationId="{52D502E5-F6B4-4D58-B4AE-FC466FF15EE8}"/>
          </ac:spMkLst>
        </pc:spChg>
        <pc:spChg chg="add">
          <ac:chgData name="Musafiri Ndatsikira" userId="b94eb00d-5656-4d17-b47b-7c5df900e35c" providerId="ADAL" clId="{659AD4B1-D8F2-4C58-AEA7-2713ABCA7B73}" dt="2026-01-22T14:17:25.683" v="229" actId="26606"/>
          <ac:spMkLst>
            <pc:docMk/>
            <pc:sldMk cId="1546951790" sldId="278"/>
            <ac:spMk id="14" creationId="{9DECDBF4-02B6-4BB4-B65B-B8107AD6A9E8}"/>
          </ac:spMkLst>
        </pc:spChg>
        <pc:graphicFrameChg chg="add">
          <ac:chgData name="Musafiri Ndatsikira" userId="b94eb00d-5656-4d17-b47b-7c5df900e35c" providerId="ADAL" clId="{659AD4B1-D8F2-4C58-AEA7-2713ABCA7B73}" dt="2026-01-22T14:17:25.683" v="229" actId="26606"/>
          <ac:graphicFrameMkLst>
            <pc:docMk/>
            <pc:sldMk cId="1546951790" sldId="278"/>
            <ac:graphicFrameMk id="6" creationId="{83962D26-54DD-38EC-C44D-8B5B017AF1A4}"/>
          </ac:graphicFrameMkLst>
        </pc:graphicFrameChg>
      </pc:sldChg>
      <pc:sldMasterChg chg="modTransition modSldLayout">
        <pc:chgData name="Musafiri Ndatsikira" userId="b94eb00d-5656-4d17-b47b-7c5df900e35c" providerId="ADAL" clId="{659AD4B1-D8F2-4C58-AEA7-2713ABCA7B73}" dt="2026-01-22T14:18:12.649" v="237"/>
        <pc:sldMasterMkLst>
          <pc:docMk/>
          <pc:sldMasterMk cId="2209977519" sldId="2147483648"/>
        </pc:sldMasterMkLst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">
          <pc:chgData name="Musafiri Ndatsikira" userId="b94eb00d-5656-4d17-b47b-7c5df900e35c" providerId="ADAL" clId="{659AD4B1-D8F2-4C58-AEA7-2713ABCA7B73}" dt="2026-01-22T14:18:12.649" v="237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  <pc:docChgLst>
    <pc:chgData name="Musafiri Ndatsikira" userId="b94eb00d-5656-4d17-b47b-7c5df900e35c" providerId="ADAL" clId="{C7936C9C-F406-5160-97CE-B19A88BE49E0}"/>
    <pc:docChg chg="custSel delSld modSld">
      <pc:chgData name="Musafiri Ndatsikira" userId="b94eb00d-5656-4d17-b47b-7c5df900e35c" providerId="ADAL" clId="{C7936C9C-F406-5160-97CE-B19A88BE49E0}" dt="2026-01-23T12:17:41.167" v="77" actId="20577"/>
      <pc:docMkLst>
        <pc:docMk/>
      </pc:docMkLst>
      <pc:sldChg chg="modSp mod">
        <pc:chgData name="Musafiri Ndatsikira" userId="b94eb00d-5656-4d17-b47b-7c5df900e35c" providerId="ADAL" clId="{C7936C9C-F406-5160-97CE-B19A88BE49E0}" dt="2026-01-23T12:17:41.167" v="77" actId="20577"/>
        <pc:sldMkLst>
          <pc:docMk/>
          <pc:sldMk cId="0" sldId="256"/>
        </pc:sldMkLst>
        <pc:spChg chg="mod">
          <ac:chgData name="Musafiri Ndatsikira" userId="b94eb00d-5656-4d17-b47b-7c5df900e35c" providerId="ADAL" clId="{C7936C9C-F406-5160-97CE-B19A88BE49E0}" dt="2026-01-23T12:17:41.167" v="77" actId="20577"/>
          <ac:spMkLst>
            <pc:docMk/>
            <pc:sldMk cId="0" sldId="256"/>
            <ac:spMk id="3" creationId="{00000000-0000-0000-0000-000000000000}"/>
          </ac:spMkLst>
        </pc:spChg>
      </pc:sldChg>
      <pc:sldChg chg="del">
        <pc:chgData name="Musafiri Ndatsikira" userId="b94eb00d-5656-4d17-b47b-7c5df900e35c" providerId="ADAL" clId="{C7936C9C-F406-5160-97CE-B19A88BE49E0}" dt="2026-01-23T12:16:30.458" v="0" actId="2696"/>
        <pc:sldMkLst>
          <pc:docMk/>
          <pc:sldMk cId="784085202" sldId="274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6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ata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1.png"/><Relationship Id="rId7" Type="http://schemas.openxmlformats.org/officeDocument/2006/relationships/image" Target="../media/image4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2.svg"/></Relationships>
</file>

<file path=ppt/diagrams/_rels/data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Relationship Id="rId14" Type="http://schemas.openxmlformats.org/officeDocument/2006/relationships/image" Target="../media/image22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4" Type="http://schemas.openxmlformats.org/officeDocument/2006/relationships/image" Target="../media/image26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34.svg"/><Relationship Id="rId1" Type="http://schemas.openxmlformats.org/officeDocument/2006/relationships/image" Target="../media/image33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sv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svg"/><Relationship Id="rId1" Type="http://schemas.openxmlformats.org/officeDocument/2006/relationships/image" Target="../media/image41.png"/><Relationship Id="rId6" Type="http://schemas.openxmlformats.org/officeDocument/2006/relationships/image" Target="../media/image46.svg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diagrams/_rels/drawing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21.png"/><Relationship Id="rId7" Type="http://schemas.openxmlformats.org/officeDocument/2006/relationships/image" Target="../media/image4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22.svg"/></Relationships>
</file>

<file path=ppt/diagrams/_rels/drawing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sv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svg"/><Relationship Id="rId1" Type="http://schemas.openxmlformats.org/officeDocument/2006/relationships/image" Target="../media/image51.png"/><Relationship Id="rId6" Type="http://schemas.openxmlformats.org/officeDocument/2006/relationships/image" Target="../media/image56.svg"/><Relationship Id="rId5" Type="http://schemas.openxmlformats.org/officeDocument/2006/relationships/image" Target="../media/image55.png"/><Relationship Id="rId4" Type="http://schemas.openxmlformats.org/officeDocument/2006/relationships/image" Target="../media/image5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AF2347-7C6E-4D44-B09D-254F1FD5308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96C1783-D2A6-4856-943A-6AA82F934A0C}">
      <dgm:prSet/>
      <dgm:spPr/>
      <dgm:t>
        <a:bodyPr/>
        <a:lstStyle/>
        <a:p>
          <a:r>
            <a:rPr lang="en-US" b="0" i="0" baseline="0"/>
            <a:t>Women face </a:t>
          </a:r>
          <a:r>
            <a:rPr lang="en-US" b="1" i="0" baseline="0"/>
            <a:t>land constraints, limited capital and time poverty</a:t>
          </a:r>
          <a:r>
            <a:rPr lang="en-US" b="0" i="0" baseline="0"/>
            <a:t> in rural Rwanda.</a:t>
          </a:r>
          <a:endParaRPr lang="en-US"/>
        </a:p>
      </dgm:t>
    </dgm:pt>
    <dgm:pt modelId="{E9B4E543-FA03-4CBD-B73D-D424CBADB2C4}" type="parTrans" cxnId="{1602C7AB-D2ED-48D6-9459-19A596F1D53F}">
      <dgm:prSet/>
      <dgm:spPr/>
      <dgm:t>
        <a:bodyPr/>
        <a:lstStyle/>
        <a:p>
          <a:endParaRPr lang="en-US"/>
        </a:p>
      </dgm:t>
    </dgm:pt>
    <dgm:pt modelId="{8FE2D2C4-149B-40F9-910A-1B294F0D2CC9}" type="sibTrans" cxnId="{1602C7AB-D2ED-48D6-9459-19A596F1D53F}">
      <dgm:prSet/>
      <dgm:spPr/>
      <dgm:t>
        <a:bodyPr/>
        <a:lstStyle/>
        <a:p>
          <a:endParaRPr lang="en-US"/>
        </a:p>
      </dgm:t>
    </dgm:pt>
    <dgm:pt modelId="{280A34CE-1A91-4094-B015-54C5201288E3}">
      <dgm:prSet/>
      <dgm:spPr/>
      <dgm:t>
        <a:bodyPr/>
        <a:lstStyle/>
        <a:p>
          <a:r>
            <a:rPr lang="en-US" b="0" i="0" baseline="0"/>
            <a:t>High cost of synthetic inputs and </a:t>
          </a:r>
          <a:r>
            <a:rPr lang="en-US" b="1" i="0" baseline="0"/>
            <a:t>soil degradation</a:t>
          </a:r>
          <a:r>
            <a:rPr lang="en-US" b="0" i="0" baseline="0"/>
            <a:t> reduce productivity.</a:t>
          </a:r>
          <a:endParaRPr lang="en-US"/>
        </a:p>
      </dgm:t>
    </dgm:pt>
    <dgm:pt modelId="{E40DAA31-0D1F-410B-9C45-9CFDED075E3C}" type="parTrans" cxnId="{02A48C85-A40C-45AD-9101-3BE301A61EA8}">
      <dgm:prSet/>
      <dgm:spPr/>
      <dgm:t>
        <a:bodyPr/>
        <a:lstStyle/>
        <a:p>
          <a:endParaRPr lang="en-US"/>
        </a:p>
      </dgm:t>
    </dgm:pt>
    <dgm:pt modelId="{75613802-D114-4E55-B8AA-FB908803B71D}" type="sibTrans" cxnId="{02A48C85-A40C-45AD-9101-3BE301A61EA8}">
      <dgm:prSet/>
      <dgm:spPr/>
      <dgm:t>
        <a:bodyPr/>
        <a:lstStyle/>
        <a:p>
          <a:endParaRPr lang="en-US"/>
        </a:p>
      </dgm:t>
    </dgm:pt>
    <dgm:pt modelId="{FE046C94-CA07-496C-A92D-E8A5F4F8AE01}">
      <dgm:prSet/>
      <dgm:spPr/>
      <dgm:t>
        <a:bodyPr/>
        <a:lstStyle/>
        <a:p>
          <a:r>
            <a:rPr lang="en-US" b="1" i="0" baseline="0"/>
            <a:t>Organic fertilizer</a:t>
          </a:r>
          <a:r>
            <a:rPr lang="en-US" b="0" i="0" baseline="0"/>
            <a:t> improves soil health, reduces recurring cash outlays and supports resilient yields.</a:t>
          </a:r>
          <a:endParaRPr lang="en-US"/>
        </a:p>
      </dgm:t>
    </dgm:pt>
    <dgm:pt modelId="{61F2CE01-C7D2-49A1-A75C-9FE4CA219383}" type="parTrans" cxnId="{C24A9E63-4C39-4C13-B67A-AC0D39C62189}">
      <dgm:prSet/>
      <dgm:spPr/>
      <dgm:t>
        <a:bodyPr/>
        <a:lstStyle/>
        <a:p>
          <a:endParaRPr lang="en-US"/>
        </a:p>
      </dgm:t>
    </dgm:pt>
    <dgm:pt modelId="{FED5F592-46CB-4EF1-A2B2-09EA4CDBF46D}" type="sibTrans" cxnId="{C24A9E63-4C39-4C13-B67A-AC0D39C62189}">
      <dgm:prSet/>
      <dgm:spPr/>
      <dgm:t>
        <a:bodyPr/>
        <a:lstStyle/>
        <a:p>
          <a:endParaRPr lang="en-US"/>
        </a:p>
      </dgm:t>
    </dgm:pt>
    <dgm:pt modelId="{21501163-9AAF-4826-8E66-12C18C93F2AA}">
      <dgm:prSet/>
      <dgm:spPr/>
      <dgm:t>
        <a:bodyPr/>
        <a:lstStyle/>
        <a:p>
          <a:r>
            <a:rPr lang="en-US" b="0" i="0" baseline="0"/>
            <a:t>Targeting young women and adolescent mothers addresses nutrition and youth employment gaps.</a:t>
          </a:r>
          <a:endParaRPr lang="en-US"/>
        </a:p>
      </dgm:t>
    </dgm:pt>
    <dgm:pt modelId="{3F7101DD-E27F-4739-B8C7-014443425E9D}" type="parTrans" cxnId="{27BCC24A-3BA3-4020-9DE7-A1B5AD16EE88}">
      <dgm:prSet/>
      <dgm:spPr/>
      <dgm:t>
        <a:bodyPr/>
        <a:lstStyle/>
        <a:p>
          <a:endParaRPr lang="en-US"/>
        </a:p>
      </dgm:t>
    </dgm:pt>
    <dgm:pt modelId="{4CE9BEB3-4BF2-420C-85F6-E94B398570B8}" type="sibTrans" cxnId="{27BCC24A-3BA3-4020-9DE7-A1B5AD16EE88}">
      <dgm:prSet/>
      <dgm:spPr/>
      <dgm:t>
        <a:bodyPr/>
        <a:lstStyle/>
        <a:p>
          <a:endParaRPr lang="en-US"/>
        </a:p>
      </dgm:t>
    </dgm:pt>
    <dgm:pt modelId="{14F784CF-7967-46D6-96E3-959E5B2D5643}" type="pres">
      <dgm:prSet presAssocID="{BBAF2347-7C6E-4D44-B09D-254F1FD53088}" presName="root" presStyleCnt="0">
        <dgm:presLayoutVars>
          <dgm:dir/>
          <dgm:resizeHandles val="exact"/>
        </dgm:presLayoutVars>
      </dgm:prSet>
      <dgm:spPr/>
    </dgm:pt>
    <dgm:pt modelId="{8AC11F03-1C2D-43B3-93DF-0919BF8339DA}" type="pres">
      <dgm:prSet presAssocID="{BBAF2347-7C6E-4D44-B09D-254F1FD53088}" presName="container" presStyleCnt="0">
        <dgm:presLayoutVars>
          <dgm:dir/>
          <dgm:resizeHandles val="exact"/>
        </dgm:presLayoutVars>
      </dgm:prSet>
      <dgm:spPr/>
    </dgm:pt>
    <dgm:pt modelId="{F0F5BC9B-1F2C-4526-B2A7-012878D23AF3}" type="pres">
      <dgm:prSet presAssocID="{896C1783-D2A6-4856-943A-6AA82F934A0C}" presName="compNode" presStyleCnt="0"/>
      <dgm:spPr/>
    </dgm:pt>
    <dgm:pt modelId="{D4851A45-F7A5-4D7F-8128-6D8818FC529D}" type="pres">
      <dgm:prSet presAssocID="{896C1783-D2A6-4856-943A-6AA82F934A0C}" presName="iconBgRect" presStyleLbl="bgShp" presStyleIdx="0" presStyleCnt="4"/>
      <dgm:spPr/>
    </dgm:pt>
    <dgm:pt modelId="{4F16964C-15F8-4C68-B87B-7000011533AD}" type="pres">
      <dgm:prSet presAssocID="{896C1783-D2A6-4856-943A-6AA82F934A0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B60D1FDD-B085-4B5B-9E9B-79ED96C7EF64}" type="pres">
      <dgm:prSet presAssocID="{896C1783-D2A6-4856-943A-6AA82F934A0C}" presName="spaceRect" presStyleCnt="0"/>
      <dgm:spPr/>
    </dgm:pt>
    <dgm:pt modelId="{E78528A1-7E38-42E1-9DEE-A167D8BADAD6}" type="pres">
      <dgm:prSet presAssocID="{896C1783-D2A6-4856-943A-6AA82F934A0C}" presName="textRect" presStyleLbl="revTx" presStyleIdx="0" presStyleCnt="4">
        <dgm:presLayoutVars>
          <dgm:chMax val="1"/>
          <dgm:chPref val="1"/>
        </dgm:presLayoutVars>
      </dgm:prSet>
      <dgm:spPr/>
    </dgm:pt>
    <dgm:pt modelId="{23131CEF-74C5-4A12-99C1-33C41AC92367}" type="pres">
      <dgm:prSet presAssocID="{8FE2D2C4-149B-40F9-910A-1B294F0D2CC9}" presName="sibTrans" presStyleLbl="sibTrans2D1" presStyleIdx="0" presStyleCnt="0"/>
      <dgm:spPr/>
    </dgm:pt>
    <dgm:pt modelId="{2AD864F6-1BDC-4D37-ABB4-9BC99E59C5C9}" type="pres">
      <dgm:prSet presAssocID="{280A34CE-1A91-4094-B015-54C5201288E3}" presName="compNode" presStyleCnt="0"/>
      <dgm:spPr/>
    </dgm:pt>
    <dgm:pt modelId="{19329FFF-82D0-4913-9B5E-A364E86FB7ED}" type="pres">
      <dgm:prSet presAssocID="{280A34CE-1A91-4094-B015-54C5201288E3}" presName="iconBgRect" presStyleLbl="bgShp" presStyleIdx="1" presStyleCnt="4"/>
      <dgm:spPr/>
    </dgm:pt>
    <dgm:pt modelId="{A654FF62-3064-4A0C-BB8D-4B5147EA4A32}" type="pres">
      <dgm:prSet presAssocID="{280A34CE-1A91-4094-B015-54C5201288E3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AEC672CC-436B-4122-B71B-D464676B4F1C}" type="pres">
      <dgm:prSet presAssocID="{280A34CE-1A91-4094-B015-54C5201288E3}" presName="spaceRect" presStyleCnt="0"/>
      <dgm:spPr/>
    </dgm:pt>
    <dgm:pt modelId="{D82289D3-1F47-4793-9790-7B3501686E40}" type="pres">
      <dgm:prSet presAssocID="{280A34CE-1A91-4094-B015-54C5201288E3}" presName="textRect" presStyleLbl="revTx" presStyleIdx="1" presStyleCnt="4">
        <dgm:presLayoutVars>
          <dgm:chMax val="1"/>
          <dgm:chPref val="1"/>
        </dgm:presLayoutVars>
      </dgm:prSet>
      <dgm:spPr/>
    </dgm:pt>
    <dgm:pt modelId="{ABA2142D-2906-4E90-8762-E948017AAB09}" type="pres">
      <dgm:prSet presAssocID="{75613802-D114-4E55-B8AA-FB908803B71D}" presName="sibTrans" presStyleLbl="sibTrans2D1" presStyleIdx="0" presStyleCnt="0"/>
      <dgm:spPr/>
    </dgm:pt>
    <dgm:pt modelId="{49D99387-1D67-480B-B712-DB7FC79C9554}" type="pres">
      <dgm:prSet presAssocID="{FE046C94-CA07-496C-A92D-E8A5F4F8AE01}" presName="compNode" presStyleCnt="0"/>
      <dgm:spPr/>
    </dgm:pt>
    <dgm:pt modelId="{D8664641-3568-4122-9EF1-F4329A19FA7E}" type="pres">
      <dgm:prSet presAssocID="{FE046C94-CA07-496C-A92D-E8A5F4F8AE01}" presName="iconBgRect" presStyleLbl="bgShp" presStyleIdx="2" presStyleCnt="4"/>
      <dgm:spPr/>
    </dgm:pt>
    <dgm:pt modelId="{E45B6974-2DFF-49FB-8AC1-86D17D8BCFEB}" type="pres">
      <dgm:prSet presAssocID="{FE046C94-CA07-496C-A92D-E8A5F4F8AE0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cculent"/>
        </a:ext>
      </dgm:extLst>
    </dgm:pt>
    <dgm:pt modelId="{3F426F37-9A2D-4BD6-A87E-30275A2FE9BD}" type="pres">
      <dgm:prSet presAssocID="{FE046C94-CA07-496C-A92D-E8A5F4F8AE01}" presName="spaceRect" presStyleCnt="0"/>
      <dgm:spPr/>
    </dgm:pt>
    <dgm:pt modelId="{EABEBA02-8B96-47F6-8832-9D5192F36CCB}" type="pres">
      <dgm:prSet presAssocID="{FE046C94-CA07-496C-A92D-E8A5F4F8AE01}" presName="textRect" presStyleLbl="revTx" presStyleIdx="2" presStyleCnt="4">
        <dgm:presLayoutVars>
          <dgm:chMax val="1"/>
          <dgm:chPref val="1"/>
        </dgm:presLayoutVars>
      </dgm:prSet>
      <dgm:spPr/>
    </dgm:pt>
    <dgm:pt modelId="{2EF2A832-C45C-406A-814E-6379DD3B043A}" type="pres">
      <dgm:prSet presAssocID="{FED5F592-46CB-4EF1-A2B2-09EA4CDBF46D}" presName="sibTrans" presStyleLbl="sibTrans2D1" presStyleIdx="0" presStyleCnt="0"/>
      <dgm:spPr/>
    </dgm:pt>
    <dgm:pt modelId="{AF271440-3E83-4A20-81A6-36F78BC2C270}" type="pres">
      <dgm:prSet presAssocID="{21501163-9AAF-4826-8E66-12C18C93F2AA}" presName="compNode" presStyleCnt="0"/>
      <dgm:spPr/>
    </dgm:pt>
    <dgm:pt modelId="{10D0ED2B-D34D-4D93-B496-23CB2C33A185}" type="pres">
      <dgm:prSet presAssocID="{21501163-9AAF-4826-8E66-12C18C93F2AA}" presName="iconBgRect" presStyleLbl="bgShp" presStyleIdx="3" presStyleCnt="4"/>
      <dgm:spPr/>
    </dgm:pt>
    <dgm:pt modelId="{DC259028-D1EA-4A98-8CA9-FBDE81C8BBB2}" type="pres">
      <dgm:prSet presAssocID="{21501163-9AAF-4826-8E66-12C18C93F2A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FD15EEDA-BA7D-4971-A7DD-BFC6874C0D25}" type="pres">
      <dgm:prSet presAssocID="{21501163-9AAF-4826-8E66-12C18C93F2AA}" presName="spaceRect" presStyleCnt="0"/>
      <dgm:spPr/>
    </dgm:pt>
    <dgm:pt modelId="{5E5FD0B5-A154-48F3-B9CA-B67CAB3CF7C8}" type="pres">
      <dgm:prSet presAssocID="{21501163-9AAF-4826-8E66-12C18C93F2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C738931-BD27-4603-BA0C-ED4E7E200395}" type="presOf" srcId="{896C1783-D2A6-4856-943A-6AA82F934A0C}" destId="{E78528A1-7E38-42E1-9DEE-A167D8BADAD6}" srcOrd="0" destOrd="0" presId="urn:microsoft.com/office/officeart/2018/2/layout/IconCircleList"/>
    <dgm:cxn modelId="{27BCC24A-3BA3-4020-9DE7-A1B5AD16EE88}" srcId="{BBAF2347-7C6E-4D44-B09D-254F1FD53088}" destId="{21501163-9AAF-4826-8E66-12C18C93F2AA}" srcOrd="3" destOrd="0" parTransId="{3F7101DD-E27F-4739-B8C7-014443425E9D}" sibTransId="{4CE9BEB3-4BF2-420C-85F6-E94B398570B8}"/>
    <dgm:cxn modelId="{F7DD5E5A-4535-4638-BABB-132F201FA499}" type="presOf" srcId="{21501163-9AAF-4826-8E66-12C18C93F2AA}" destId="{5E5FD0B5-A154-48F3-B9CA-B67CAB3CF7C8}" srcOrd="0" destOrd="0" presId="urn:microsoft.com/office/officeart/2018/2/layout/IconCircleList"/>
    <dgm:cxn modelId="{E0AA475C-8C90-495D-B863-D7AC5666D56C}" type="presOf" srcId="{FED5F592-46CB-4EF1-A2B2-09EA4CDBF46D}" destId="{2EF2A832-C45C-406A-814E-6379DD3B043A}" srcOrd="0" destOrd="0" presId="urn:microsoft.com/office/officeart/2018/2/layout/IconCircleList"/>
    <dgm:cxn modelId="{C24A9E63-4C39-4C13-B67A-AC0D39C62189}" srcId="{BBAF2347-7C6E-4D44-B09D-254F1FD53088}" destId="{FE046C94-CA07-496C-A92D-E8A5F4F8AE01}" srcOrd="2" destOrd="0" parTransId="{61F2CE01-C7D2-49A1-A75C-9FE4CA219383}" sibTransId="{FED5F592-46CB-4EF1-A2B2-09EA4CDBF46D}"/>
    <dgm:cxn modelId="{0F285A64-CA90-443C-8604-2277D275465F}" type="presOf" srcId="{FE046C94-CA07-496C-A92D-E8A5F4F8AE01}" destId="{EABEBA02-8B96-47F6-8832-9D5192F36CCB}" srcOrd="0" destOrd="0" presId="urn:microsoft.com/office/officeart/2018/2/layout/IconCircleList"/>
    <dgm:cxn modelId="{02A48C85-A40C-45AD-9101-3BE301A61EA8}" srcId="{BBAF2347-7C6E-4D44-B09D-254F1FD53088}" destId="{280A34CE-1A91-4094-B015-54C5201288E3}" srcOrd="1" destOrd="0" parTransId="{E40DAA31-0D1F-410B-9C45-9CFDED075E3C}" sibTransId="{75613802-D114-4E55-B8AA-FB908803B71D}"/>
    <dgm:cxn modelId="{167DEF89-3063-4C50-A602-02346702D4C7}" type="presOf" srcId="{75613802-D114-4E55-B8AA-FB908803B71D}" destId="{ABA2142D-2906-4E90-8762-E948017AAB09}" srcOrd="0" destOrd="0" presId="urn:microsoft.com/office/officeart/2018/2/layout/IconCircleList"/>
    <dgm:cxn modelId="{E9644198-C340-4FAD-9E39-7952FB60023F}" type="presOf" srcId="{280A34CE-1A91-4094-B015-54C5201288E3}" destId="{D82289D3-1F47-4793-9790-7B3501686E40}" srcOrd="0" destOrd="0" presId="urn:microsoft.com/office/officeart/2018/2/layout/IconCircleList"/>
    <dgm:cxn modelId="{1602C7AB-D2ED-48D6-9459-19A596F1D53F}" srcId="{BBAF2347-7C6E-4D44-B09D-254F1FD53088}" destId="{896C1783-D2A6-4856-943A-6AA82F934A0C}" srcOrd="0" destOrd="0" parTransId="{E9B4E543-FA03-4CBD-B73D-D424CBADB2C4}" sibTransId="{8FE2D2C4-149B-40F9-910A-1B294F0D2CC9}"/>
    <dgm:cxn modelId="{D6C857DE-AFFF-4B13-96BB-AB12E8C6C6A0}" type="presOf" srcId="{BBAF2347-7C6E-4D44-B09D-254F1FD53088}" destId="{14F784CF-7967-46D6-96E3-959E5B2D5643}" srcOrd="0" destOrd="0" presId="urn:microsoft.com/office/officeart/2018/2/layout/IconCircleList"/>
    <dgm:cxn modelId="{C38BEEE8-ED23-4EF6-A5CB-5062D9CA7495}" type="presOf" srcId="{8FE2D2C4-149B-40F9-910A-1B294F0D2CC9}" destId="{23131CEF-74C5-4A12-99C1-33C41AC92367}" srcOrd="0" destOrd="0" presId="urn:microsoft.com/office/officeart/2018/2/layout/IconCircleList"/>
    <dgm:cxn modelId="{FA34EC4A-3176-4792-801B-B5921AC2B894}" type="presParOf" srcId="{14F784CF-7967-46D6-96E3-959E5B2D5643}" destId="{8AC11F03-1C2D-43B3-93DF-0919BF8339DA}" srcOrd="0" destOrd="0" presId="urn:microsoft.com/office/officeart/2018/2/layout/IconCircleList"/>
    <dgm:cxn modelId="{DEDFBBC3-618F-4066-8B27-A231EE76CA7D}" type="presParOf" srcId="{8AC11F03-1C2D-43B3-93DF-0919BF8339DA}" destId="{F0F5BC9B-1F2C-4526-B2A7-012878D23AF3}" srcOrd="0" destOrd="0" presId="urn:microsoft.com/office/officeart/2018/2/layout/IconCircleList"/>
    <dgm:cxn modelId="{1507400F-7820-4CB7-8BCC-749A5B723F8D}" type="presParOf" srcId="{F0F5BC9B-1F2C-4526-B2A7-012878D23AF3}" destId="{D4851A45-F7A5-4D7F-8128-6D8818FC529D}" srcOrd="0" destOrd="0" presId="urn:microsoft.com/office/officeart/2018/2/layout/IconCircleList"/>
    <dgm:cxn modelId="{BA5ABB85-6F78-4BA0-9D53-FE93F3306735}" type="presParOf" srcId="{F0F5BC9B-1F2C-4526-B2A7-012878D23AF3}" destId="{4F16964C-15F8-4C68-B87B-7000011533AD}" srcOrd="1" destOrd="0" presId="urn:microsoft.com/office/officeart/2018/2/layout/IconCircleList"/>
    <dgm:cxn modelId="{17DB1ECA-3F6F-499A-A83A-92536076A0E1}" type="presParOf" srcId="{F0F5BC9B-1F2C-4526-B2A7-012878D23AF3}" destId="{B60D1FDD-B085-4B5B-9E9B-79ED96C7EF64}" srcOrd="2" destOrd="0" presId="urn:microsoft.com/office/officeart/2018/2/layout/IconCircleList"/>
    <dgm:cxn modelId="{01BEB688-F56F-4A36-8E0A-C03ACF9D532A}" type="presParOf" srcId="{F0F5BC9B-1F2C-4526-B2A7-012878D23AF3}" destId="{E78528A1-7E38-42E1-9DEE-A167D8BADAD6}" srcOrd="3" destOrd="0" presId="urn:microsoft.com/office/officeart/2018/2/layout/IconCircleList"/>
    <dgm:cxn modelId="{023BC496-0608-40BB-B7D3-E567085ECEA5}" type="presParOf" srcId="{8AC11F03-1C2D-43B3-93DF-0919BF8339DA}" destId="{23131CEF-74C5-4A12-99C1-33C41AC92367}" srcOrd="1" destOrd="0" presId="urn:microsoft.com/office/officeart/2018/2/layout/IconCircleList"/>
    <dgm:cxn modelId="{3683F1D8-6356-4D54-BC3B-D046A8A83B80}" type="presParOf" srcId="{8AC11F03-1C2D-43B3-93DF-0919BF8339DA}" destId="{2AD864F6-1BDC-4D37-ABB4-9BC99E59C5C9}" srcOrd="2" destOrd="0" presId="urn:microsoft.com/office/officeart/2018/2/layout/IconCircleList"/>
    <dgm:cxn modelId="{6C71E69F-A278-4AD3-A3AD-894AB18E0E87}" type="presParOf" srcId="{2AD864F6-1BDC-4D37-ABB4-9BC99E59C5C9}" destId="{19329FFF-82D0-4913-9B5E-A364E86FB7ED}" srcOrd="0" destOrd="0" presId="urn:microsoft.com/office/officeart/2018/2/layout/IconCircleList"/>
    <dgm:cxn modelId="{4DC6A958-DB25-4922-9D9E-364E72559FC8}" type="presParOf" srcId="{2AD864F6-1BDC-4D37-ABB4-9BC99E59C5C9}" destId="{A654FF62-3064-4A0C-BB8D-4B5147EA4A32}" srcOrd="1" destOrd="0" presId="urn:microsoft.com/office/officeart/2018/2/layout/IconCircleList"/>
    <dgm:cxn modelId="{E25A067E-808D-4FA3-B815-EDD1C088FEE0}" type="presParOf" srcId="{2AD864F6-1BDC-4D37-ABB4-9BC99E59C5C9}" destId="{AEC672CC-436B-4122-B71B-D464676B4F1C}" srcOrd="2" destOrd="0" presId="urn:microsoft.com/office/officeart/2018/2/layout/IconCircleList"/>
    <dgm:cxn modelId="{5AF74AA1-FF62-4193-AF72-754BC80326B5}" type="presParOf" srcId="{2AD864F6-1BDC-4D37-ABB4-9BC99E59C5C9}" destId="{D82289D3-1F47-4793-9790-7B3501686E40}" srcOrd="3" destOrd="0" presId="urn:microsoft.com/office/officeart/2018/2/layout/IconCircleList"/>
    <dgm:cxn modelId="{DC2E8501-2AF4-41CC-83B5-4A2CCE18FE67}" type="presParOf" srcId="{8AC11F03-1C2D-43B3-93DF-0919BF8339DA}" destId="{ABA2142D-2906-4E90-8762-E948017AAB09}" srcOrd="3" destOrd="0" presId="urn:microsoft.com/office/officeart/2018/2/layout/IconCircleList"/>
    <dgm:cxn modelId="{CFC4DF07-5AB8-49B9-AA0C-AE0C910887CE}" type="presParOf" srcId="{8AC11F03-1C2D-43B3-93DF-0919BF8339DA}" destId="{49D99387-1D67-480B-B712-DB7FC79C9554}" srcOrd="4" destOrd="0" presId="urn:microsoft.com/office/officeart/2018/2/layout/IconCircleList"/>
    <dgm:cxn modelId="{F4C455D7-7786-4BB2-9586-5F9E0C5B807B}" type="presParOf" srcId="{49D99387-1D67-480B-B712-DB7FC79C9554}" destId="{D8664641-3568-4122-9EF1-F4329A19FA7E}" srcOrd="0" destOrd="0" presId="urn:microsoft.com/office/officeart/2018/2/layout/IconCircleList"/>
    <dgm:cxn modelId="{A09C1362-2C7D-4251-9461-40A9552A49B2}" type="presParOf" srcId="{49D99387-1D67-480B-B712-DB7FC79C9554}" destId="{E45B6974-2DFF-49FB-8AC1-86D17D8BCFEB}" srcOrd="1" destOrd="0" presId="urn:microsoft.com/office/officeart/2018/2/layout/IconCircleList"/>
    <dgm:cxn modelId="{4238B988-7D49-4E62-A6E3-704671F81849}" type="presParOf" srcId="{49D99387-1D67-480B-B712-DB7FC79C9554}" destId="{3F426F37-9A2D-4BD6-A87E-30275A2FE9BD}" srcOrd="2" destOrd="0" presId="urn:microsoft.com/office/officeart/2018/2/layout/IconCircleList"/>
    <dgm:cxn modelId="{E2797296-0D8E-41C1-82F3-F41FF02B2556}" type="presParOf" srcId="{49D99387-1D67-480B-B712-DB7FC79C9554}" destId="{EABEBA02-8B96-47F6-8832-9D5192F36CCB}" srcOrd="3" destOrd="0" presId="urn:microsoft.com/office/officeart/2018/2/layout/IconCircleList"/>
    <dgm:cxn modelId="{CD7CB104-91C8-46C4-9DAD-A6881D9A0071}" type="presParOf" srcId="{8AC11F03-1C2D-43B3-93DF-0919BF8339DA}" destId="{2EF2A832-C45C-406A-814E-6379DD3B043A}" srcOrd="5" destOrd="0" presId="urn:microsoft.com/office/officeart/2018/2/layout/IconCircleList"/>
    <dgm:cxn modelId="{7852C81D-C80C-42AB-A4D0-C04B3C85EF83}" type="presParOf" srcId="{8AC11F03-1C2D-43B3-93DF-0919BF8339DA}" destId="{AF271440-3E83-4A20-81A6-36F78BC2C270}" srcOrd="6" destOrd="0" presId="urn:microsoft.com/office/officeart/2018/2/layout/IconCircleList"/>
    <dgm:cxn modelId="{64D47063-707F-4FE9-A7EA-EFF339EB725C}" type="presParOf" srcId="{AF271440-3E83-4A20-81A6-36F78BC2C270}" destId="{10D0ED2B-D34D-4D93-B496-23CB2C33A185}" srcOrd="0" destOrd="0" presId="urn:microsoft.com/office/officeart/2018/2/layout/IconCircleList"/>
    <dgm:cxn modelId="{B5087A69-A9F5-4FF0-8560-958CB7A89541}" type="presParOf" srcId="{AF271440-3E83-4A20-81A6-36F78BC2C270}" destId="{DC259028-D1EA-4A98-8CA9-FBDE81C8BBB2}" srcOrd="1" destOrd="0" presId="urn:microsoft.com/office/officeart/2018/2/layout/IconCircleList"/>
    <dgm:cxn modelId="{1C011A87-22DF-4B2D-B789-78626016FB98}" type="presParOf" srcId="{AF271440-3E83-4A20-81A6-36F78BC2C270}" destId="{FD15EEDA-BA7D-4971-A7DD-BFC6874C0D25}" srcOrd="2" destOrd="0" presId="urn:microsoft.com/office/officeart/2018/2/layout/IconCircleList"/>
    <dgm:cxn modelId="{EDA621BB-3B38-441E-BDA9-422BCA593082}" type="presParOf" srcId="{AF271440-3E83-4A20-81A6-36F78BC2C270}" destId="{5E5FD0B5-A154-48F3-B9CA-B67CAB3CF7C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D48C69-0E07-4A04-AB3C-53248CD8D18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E78622D-689E-4255-894B-A370EEDB0FD7}">
      <dgm:prSet/>
      <dgm:spPr/>
      <dgm:t>
        <a:bodyPr/>
        <a:lstStyle/>
        <a:p>
          <a:r>
            <a:rPr lang="en-US" b="1" i="0" baseline="0"/>
            <a:t>Overall objective:</a:t>
          </a:r>
          <a:r>
            <a:rPr lang="en-US" b="0" i="0" baseline="0"/>
            <a:t> Improve productivity, resilience and nutrition for 100 young women through organic‑fertilizer‑centered farming.</a:t>
          </a:r>
          <a:endParaRPr lang="en-US"/>
        </a:p>
      </dgm:t>
    </dgm:pt>
    <dgm:pt modelId="{BD4C4954-0899-459A-9C90-C22A376D0F4C}" type="parTrans" cxnId="{0BC94C89-B021-4ED6-91A4-AFCC3431D8CE}">
      <dgm:prSet/>
      <dgm:spPr/>
      <dgm:t>
        <a:bodyPr/>
        <a:lstStyle/>
        <a:p>
          <a:endParaRPr lang="en-US"/>
        </a:p>
      </dgm:t>
    </dgm:pt>
    <dgm:pt modelId="{F659D2FD-F83E-41AA-935C-3F86FE6A08B1}" type="sibTrans" cxnId="{0BC94C89-B021-4ED6-91A4-AFCC3431D8CE}">
      <dgm:prSet/>
      <dgm:spPr/>
      <dgm:t>
        <a:bodyPr/>
        <a:lstStyle/>
        <a:p>
          <a:endParaRPr lang="en-US"/>
        </a:p>
      </dgm:t>
    </dgm:pt>
    <dgm:pt modelId="{AA1F848D-C9A5-457F-B067-80E937EA4A89}">
      <dgm:prSet/>
      <dgm:spPr/>
      <dgm:t>
        <a:bodyPr/>
        <a:lstStyle/>
        <a:p>
          <a:r>
            <a:rPr lang="en-US" b="1" i="0" baseline="0"/>
            <a:t>Specific objectives:</a:t>
          </a:r>
          <a:endParaRPr lang="en-US"/>
        </a:p>
      </dgm:t>
    </dgm:pt>
    <dgm:pt modelId="{3B293C79-B519-4B84-BFE3-35F6498CB7FD}" type="parTrans" cxnId="{27D7F2E9-1CDF-48A8-A5FA-B4CB95D279A7}">
      <dgm:prSet/>
      <dgm:spPr/>
      <dgm:t>
        <a:bodyPr/>
        <a:lstStyle/>
        <a:p>
          <a:endParaRPr lang="en-US"/>
        </a:p>
      </dgm:t>
    </dgm:pt>
    <dgm:pt modelId="{39F77358-B564-4967-9CB8-7C384BC2AB38}" type="sibTrans" cxnId="{27D7F2E9-1CDF-48A8-A5FA-B4CB95D279A7}">
      <dgm:prSet/>
      <dgm:spPr/>
      <dgm:t>
        <a:bodyPr/>
        <a:lstStyle/>
        <a:p>
          <a:endParaRPr lang="en-US"/>
        </a:p>
      </dgm:t>
    </dgm:pt>
    <dgm:pt modelId="{9A83EA8F-6533-49CF-9F2F-D5FF11C3513C}">
      <dgm:prSet/>
      <dgm:spPr/>
      <dgm:t>
        <a:bodyPr/>
        <a:lstStyle/>
        <a:p>
          <a:r>
            <a:rPr lang="en-US" b="0" i="0" baseline="0"/>
            <a:t>Train 100 women and certify farmer champions.</a:t>
          </a:r>
          <a:endParaRPr lang="en-US"/>
        </a:p>
      </dgm:t>
    </dgm:pt>
    <dgm:pt modelId="{95BFC5D2-760C-4E4D-A8FA-A4AB456AB160}" type="parTrans" cxnId="{031ECA93-557B-4984-BCD5-617EA5BB1048}">
      <dgm:prSet/>
      <dgm:spPr/>
      <dgm:t>
        <a:bodyPr/>
        <a:lstStyle/>
        <a:p>
          <a:endParaRPr lang="en-US"/>
        </a:p>
      </dgm:t>
    </dgm:pt>
    <dgm:pt modelId="{FB721D09-71FD-4672-9485-CA52E7B85245}" type="sibTrans" cxnId="{031ECA93-557B-4984-BCD5-617EA5BB1048}">
      <dgm:prSet/>
      <dgm:spPr/>
      <dgm:t>
        <a:bodyPr/>
        <a:lstStyle/>
        <a:p>
          <a:endParaRPr lang="en-US"/>
        </a:p>
      </dgm:t>
    </dgm:pt>
    <dgm:pt modelId="{D2E5D8F6-E8DF-415A-A62E-AD28281BCC85}">
      <dgm:prSet/>
      <dgm:spPr/>
      <dgm:t>
        <a:bodyPr/>
        <a:lstStyle/>
        <a:p>
          <a:r>
            <a:rPr lang="en-US" b="0" i="0" baseline="0"/>
            <a:t>Establish 4 model farms and demonstration plots.</a:t>
          </a:r>
          <a:endParaRPr lang="en-US"/>
        </a:p>
      </dgm:t>
    </dgm:pt>
    <dgm:pt modelId="{DF8824C8-8030-4C1C-96C6-7CC8C85AF1D5}" type="parTrans" cxnId="{AC813F7D-70B0-4E9C-9A7F-8ECC471ACADF}">
      <dgm:prSet/>
      <dgm:spPr/>
      <dgm:t>
        <a:bodyPr/>
        <a:lstStyle/>
        <a:p>
          <a:endParaRPr lang="en-US"/>
        </a:p>
      </dgm:t>
    </dgm:pt>
    <dgm:pt modelId="{611F1B5F-4144-418C-BAE2-DE363F172783}" type="sibTrans" cxnId="{AC813F7D-70B0-4E9C-9A7F-8ECC471ACADF}">
      <dgm:prSet/>
      <dgm:spPr/>
      <dgm:t>
        <a:bodyPr/>
        <a:lstStyle/>
        <a:p>
          <a:endParaRPr lang="en-US"/>
        </a:p>
      </dgm:t>
    </dgm:pt>
    <dgm:pt modelId="{DF277142-BBC6-4DFE-B2E1-9E0D201C6611}">
      <dgm:prSet/>
      <dgm:spPr/>
      <dgm:t>
        <a:bodyPr/>
        <a:lstStyle/>
        <a:p>
          <a:r>
            <a:rPr lang="en-US" b="0" i="0" baseline="0"/>
            <a:t>Operationalize 4 VSLAs with seed capital.</a:t>
          </a:r>
          <a:endParaRPr lang="en-US"/>
        </a:p>
      </dgm:t>
    </dgm:pt>
    <dgm:pt modelId="{49A3D076-F553-4197-9D8E-06B6E3E2DBA9}" type="parTrans" cxnId="{21ED3672-0AEB-4FF0-95FD-3AEDEA04B67E}">
      <dgm:prSet/>
      <dgm:spPr/>
      <dgm:t>
        <a:bodyPr/>
        <a:lstStyle/>
        <a:p>
          <a:endParaRPr lang="en-US"/>
        </a:p>
      </dgm:t>
    </dgm:pt>
    <dgm:pt modelId="{35ABDFEF-1209-4A19-8E70-8C3654579CB3}" type="sibTrans" cxnId="{21ED3672-0AEB-4FF0-95FD-3AEDEA04B67E}">
      <dgm:prSet/>
      <dgm:spPr/>
      <dgm:t>
        <a:bodyPr/>
        <a:lstStyle/>
        <a:p>
          <a:endParaRPr lang="en-US"/>
        </a:p>
      </dgm:t>
    </dgm:pt>
    <dgm:pt modelId="{7044BA9D-CB19-4036-8820-5DB68D83DB39}">
      <dgm:prSet/>
      <dgm:spPr/>
      <dgm:t>
        <a:bodyPr/>
        <a:lstStyle/>
        <a:p>
          <a:r>
            <a:rPr lang="en-US" b="0" i="0" baseline="0"/>
            <a:t>Launch compost enterprise supplying cohorts and third parties.</a:t>
          </a:r>
          <a:endParaRPr lang="en-US"/>
        </a:p>
      </dgm:t>
    </dgm:pt>
    <dgm:pt modelId="{E84BB9F4-827C-471C-B22D-1E0ACEDEB0E5}" type="parTrans" cxnId="{8CCEC891-A3E0-4F3A-952A-D1B87E77D4C2}">
      <dgm:prSet/>
      <dgm:spPr/>
      <dgm:t>
        <a:bodyPr/>
        <a:lstStyle/>
        <a:p>
          <a:endParaRPr lang="en-US"/>
        </a:p>
      </dgm:t>
    </dgm:pt>
    <dgm:pt modelId="{CFA271C2-EC99-4DD7-9A30-28CEF790E2C4}" type="sibTrans" cxnId="{8CCEC891-A3E0-4F3A-952A-D1B87E77D4C2}">
      <dgm:prSet/>
      <dgm:spPr/>
      <dgm:t>
        <a:bodyPr/>
        <a:lstStyle/>
        <a:p>
          <a:endParaRPr lang="en-US"/>
        </a:p>
      </dgm:t>
    </dgm:pt>
    <dgm:pt modelId="{04E758E0-F446-42C4-8754-B4403429613C}">
      <dgm:prSet/>
      <dgm:spPr/>
      <dgm:t>
        <a:bodyPr/>
        <a:lstStyle/>
        <a:p>
          <a:r>
            <a:rPr lang="en-US" b="0" i="0" baseline="0"/>
            <a:t>Improve household dietary diversity and reduce post‑harvest losses.</a:t>
          </a:r>
          <a:endParaRPr lang="en-US"/>
        </a:p>
      </dgm:t>
    </dgm:pt>
    <dgm:pt modelId="{E6849C9B-8C50-4120-81F3-C5FE179F618B}" type="parTrans" cxnId="{AE80890D-FE4A-44AD-AE96-0AB62B511ED0}">
      <dgm:prSet/>
      <dgm:spPr/>
      <dgm:t>
        <a:bodyPr/>
        <a:lstStyle/>
        <a:p>
          <a:endParaRPr lang="en-US"/>
        </a:p>
      </dgm:t>
    </dgm:pt>
    <dgm:pt modelId="{FF21FDA3-E456-4449-8740-B8B77D796496}" type="sibTrans" cxnId="{AE80890D-FE4A-44AD-AE96-0AB62B511ED0}">
      <dgm:prSet/>
      <dgm:spPr/>
      <dgm:t>
        <a:bodyPr/>
        <a:lstStyle/>
        <a:p>
          <a:endParaRPr lang="en-US"/>
        </a:p>
      </dgm:t>
    </dgm:pt>
    <dgm:pt modelId="{278D1E7A-6C23-472E-96B6-72B8B0AFD9CA}" type="pres">
      <dgm:prSet presAssocID="{FAD48C69-0E07-4A04-AB3C-53248CD8D18F}" presName="root" presStyleCnt="0">
        <dgm:presLayoutVars>
          <dgm:dir/>
          <dgm:resizeHandles val="exact"/>
        </dgm:presLayoutVars>
      </dgm:prSet>
      <dgm:spPr/>
    </dgm:pt>
    <dgm:pt modelId="{FDE2AD48-9945-49E1-BF1F-CDE481EC0903}" type="pres">
      <dgm:prSet presAssocID="{FAD48C69-0E07-4A04-AB3C-53248CD8D18F}" presName="container" presStyleCnt="0">
        <dgm:presLayoutVars>
          <dgm:dir/>
          <dgm:resizeHandles val="exact"/>
        </dgm:presLayoutVars>
      </dgm:prSet>
      <dgm:spPr/>
    </dgm:pt>
    <dgm:pt modelId="{FDC08FE7-1E3D-483E-ADEE-CE6C68C273A5}" type="pres">
      <dgm:prSet presAssocID="{1E78622D-689E-4255-894B-A370EEDB0FD7}" presName="compNode" presStyleCnt="0"/>
      <dgm:spPr/>
    </dgm:pt>
    <dgm:pt modelId="{E3D60DDD-4C4B-44CF-B119-641737E58F06}" type="pres">
      <dgm:prSet presAssocID="{1E78622D-689E-4255-894B-A370EEDB0FD7}" presName="iconBgRect" presStyleLbl="bgShp" presStyleIdx="0" presStyleCnt="7"/>
      <dgm:spPr/>
    </dgm:pt>
    <dgm:pt modelId="{4E3B893D-B964-42FF-B334-61ED4E5053A3}" type="pres">
      <dgm:prSet presAssocID="{1E78622D-689E-4255-894B-A370EEDB0FD7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5E42487C-0930-45E1-A984-BA8B7B2D76BE}" type="pres">
      <dgm:prSet presAssocID="{1E78622D-689E-4255-894B-A370EEDB0FD7}" presName="spaceRect" presStyleCnt="0"/>
      <dgm:spPr/>
    </dgm:pt>
    <dgm:pt modelId="{E07995C8-AC51-4A2A-8483-62096CE25032}" type="pres">
      <dgm:prSet presAssocID="{1E78622D-689E-4255-894B-A370EEDB0FD7}" presName="textRect" presStyleLbl="revTx" presStyleIdx="0" presStyleCnt="7">
        <dgm:presLayoutVars>
          <dgm:chMax val="1"/>
          <dgm:chPref val="1"/>
        </dgm:presLayoutVars>
      </dgm:prSet>
      <dgm:spPr/>
    </dgm:pt>
    <dgm:pt modelId="{F5CE7FAF-5D1E-41C7-A5F0-984E8109B8AE}" type="pres">
      <dgm:prSet presAssocID="{F659D2FD-F83E-41AA-935C-3F86FE6A08B1}" presName="sibTrans" presStyleLbl="sibTrans2D1" presStyleIdx="0" presStyleCnt="0"/>
      <dgm:spPr/>
    </dgm:pt>
    <dgm:pt modelId="{A1444295-954D-49EB-80AC-E52E7318C8DE}" type="pres">
      <dgm:prSet presAssocID="{AA1F848D-C9A5-457F-B067-80E937EA4A89}" presName="compNode" presStyleCnt="0"/>
      <dgm:spPr/>
    </dgm:pt>
    <dgm:pt modelId="{18E8B1BA-BACF-48C5-9CA1-7AAE0C17BB72}" type="pres">
      <dgm:prSet presAssocID="{AA1F848D-C9A5-457F-B067-80E937EA4A89}" presName="iconBgRect" presStyleLbl="bgShp" presStyleIdx="1" presStyleCnt="7"/>
      <dgm:spPr/>
    </dgm:pt>
    <dgm:pt modelId="{37BFE154-B6AB-499C-A069-7235D5363FFA}" type="pres">
      <dgm:prSet presAssocID="{AA1F848D-C9A5-457F-B067-80E937EA4A89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F5E2EDCE-F627-4B55-9450-9678337A1103}" type="pres">
      <dgm:prSet presAssocID="{AA1F848D-C9A5-457F-B067-80E937EA4A89}" presName="spaceRect" presStyleCnt="0"/>
      <dgm:spPr/>
    </dgm:pt>
    <dgm:pt modelId="{E4EF07B7-C081-4F14-BA9A-40BD3F8CF4CA}" type="pres">
      <dgm:prSet presAssocID="{AA1F848D-C9A5-457F-B067-80E937EA4A89}" presName="textRect" presStyleLbl="revTx" presStyleIdx="1" presStyleCnt="7">
        <dgm:presLayoutVars>
          <dgm:chMax val="1"/>
          <dgm:chPref val="1"/>
        </dgm:presLayoutVars>
      </dgm:prSet>
      <dgm:spPr/>
    </dgm:pt>
    <dgm:pt modelId="{FD4CF7A1-AC65-456C-A93A-E46573976EDC}" type="pres">
      <dgm:prSet presAssocID="{39F77358-B564-4967-9CB8-7C384BC2AB38}" presName="sibTrans" presStyleLbl="sibTrans2D1" presStyleIdx="0" presStyleCnt="0"/>
      <dgm:spPr/>
    </dgm:pt>
    <dgm:pt modelId="{1277E2D2-08E5-458B-BD55-1684556BF3A6}" type="pres">
      <dgm:prSet presAssocID="{9A83EA8F-6533-49CF-9F2F-D5FF11C3513C}" presName="compNode" presStyleCnt="0"/>
      <dgm:spPr/>
    </dgm:pt>
    <dgm:pt modelId="{12CE2EEC-B81A-4B82-905B-338FA40F0C4B}" type="pres">
      <dgm:prSet presAssocID="{9A83EA8F-6533-49CF-9F2F-D5FF11C3513C}" presName="iconBgRect" presStyleLbl="bgShp" presStyleIdx="2" presStyleCnt="7"/>
      <dgm:spPr/>
    </dgm:pt>
    <dgm:pt modelId="{787C127F-1B7E-45BC-BD2F-7821CB9B4EE7}" type="pres">
      <dgm:prSet presAssocID="{9A83EA8F-6533-49CF-9F2F-D5FF11C3513C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in"/>
        </a:ext>
      </dgm:extLst>
    </dgm:pt>
    <dgm:pt modelId="{DE5F86C7-E15F-43B5-BFCD-80E85B79094E}" type="pres">
      <dgm:prSet presAssocID="{9A83EA8F-6533-49CF-9F2F-D5FF11C3513C}" presName="spaceRect" presStyleCnt="0"/>
      <dgm:spPr/>
    </dgm:pt>
    <dgm:pt modelId="{4727DD00-8B99-420D-BD4D-7F2525850988}" type="pres">
      <dgm:prSet presAssocID="{9A83EA8F-6533-49CF-9F2F-D5FF11C3513C}" presName="textRect" presStyleLbl="revTx" presStyleIdx="2" presStyleCnt="7">
        <dgm:presLayoutVars>
          <dgm:chMax val="1"/>
          <dgm:chPref val="1"/>
        </dgm:presLayoutVars>
      </dgm:prSet>
      <dgm:spPr/>
    </dgm:pt>
    <dgm:pt modelId="{D56CEA71-049B-40D7-85CB-1C38071CECFC}" type="pres">
      <dgm:prSet presAssocID="{FB721D09-71FD-4672-9485-CA52E7B85245}" presName="sibTrans" presStyleLbl="sibTrans2D1" presStyleIdx="0" presStyleCnt="0"/>
      <dgm:spPr/>
    </dgm:pt>
    <dgm:pt modelId="{E7A5623E-3B3F-44B5-A3DC-D3C93B4B1211}" type="pres">
      <dgm:prSet presAssocID="{D2E5D8F6-E8DF-415A-A62E-AD28281BCC85}" presName="compNode" presStyleCnt="0"/>
      <dgm:spPr/>
    </dgm:pt>
    <dgm:pt modelId="{8A697EB6-341E-4ECF-945F-15E488B48C3D}" type="pres">
      <dgm:prSet presAssocID="{D2E5D8F6-E8DF-415A-A62E-AD28281BCC85}" presName="iconBgRect" presStyleLbl="bgShp" presStyleIdx="3" presStyleCnt="7"/>
      <dgm:spPr/>
    </dgm:pt>
    <dgm:pt modelId="{DDA03563-1B78-481B-96B0-494852092104}" type="pres">
      <dgm:prSet presAssocID="{D2E5D8F6-E8DF-415A-A62E-AD28281BCC85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n"/>
        </a:ext>
      </dgm:extLst>
    </dgm:pt>
    <dgm:pt modelId="{A3D3FC4D-296D-4708-AE37-704A0827096E}" type="pres">
      <dgm:prSet presAssocID="{D2E5D8F6-E8DF-415A-A62E-AD28281BCC85}" presName="spaceRect" presStyleCnt="0"/>
      <dgm:spPr/>
    </dgm:pt>
    <dgm:pt modelId="{A5120430-D68A-47F5-94EF-496D03ED3F67}" type="pres">
      <dgm:prSet presAssocID="{D2E5D8F6-E8DF-415A-A62E-AD28281BCC85}" presName="textRect" presStyleLbl="revTx" presStyleIdx="3" presStyleCnt="7">
        <dgm:presLayoutVars>
          <dgm:chMax val="1"/>
          <dgm:chPref val="1"/>
        </dgm:presLayoutVars>
      </dgm:prSet>
      <dgm:spPr/>
    </dgm:pt>
    <dgm:pt modelId="{08C306A1-2F50-4145-86B9-96A01E4E1F81}" type="pres">
      <dgm:prSet presAssocID="{611F1B5F-4144-418C-BAE2-DE363F172783}" presName="sibTrans" presStyleLbl="sibTrans2D1" presStyleIdx="0" presStyleCnt="0"/>
      <dgm:spPr/>
    </dgm:pt>
    <dgm:pt modelId="{5FB1182F-C607-4CFE-86A3-D289D4917741}" type="pres">
      <dgm:prSet presAssocID="{DF277142-BBC6-4DFE-B2E1-9E0D201C6611}" presName="compNode" presStyleCnt="0"/>
      <dgm:spPr/>
    </dgm:pt>
    <dgm:pt modelId="{F9081FB5-E32F-415B-958C-0961DA4E6134}" type="pres">
      <dgm:prSet presAssocID="{DF277142-BBC6-4DFE-B2E1-9E0D201C6611}" presName="iconBgRect" presStyleLbl="bgShp" presStyleIdx="4" presStyleCnt="7"/>
      <dgm:spPr/>
    </dgm:pt>
    <dgm:pt modelId="{9DDCDA78-337C-426E-BAD0-0EFA29FDAD49}" type="pres">
      <dgm:prSet presAssocID="{DF277142-BBC6-4DFE-B2E1-9E0D201C6611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2DB423A3-8077-43C4-B694-049BE5C0481A}" type="pres">
      <dgm:prSet presAssocID="{DF277142-BBC6-4DFE-B2E1-9E0D201C6611}" presName="spaceRect" presStyleCnt="0"/>
      <dgm:spPr/>
    </dgm:pt>
    <dgm:pt modelId="{C95E9AC1-7BE2-4A1F-9216-EC4FC51CE8CE}" type="pres">
      <dgm:prSet presAssocID="{DF277142-BBC6-4DFE-B2E1-9E0D201C6611}" presName="textRect" presStyleLbl="revTx" presStyleIdx="4" presStyleCnt="7">
        <dgm:presLayoutVars>
          <dgm:chMax val="1"/>
          <dgm:chPref val="1"/>
        </dgm:presLayoutVars>
      </dgm:prSet>
      <dgm:spPr/>
    </dgm:pt>
    <dgm:pt modelId="{BEEE3503-706F-465C-B9E5-8ED009849CA5}" type="pres">
      <dgm:prSet presAssocID="{35ABDFEF-1209-4A19-8E70-8C3654579CB3}" presName="sibTrans" presStyleLbl="sibTrans2D1" presStyleIdx="0" presStyleCnt="0"/>
      <dgm:spPr/>
    </dgm:pt>
    <dgm:pt modelId="{0975A22E-F54C-4C8C-A5E7-3DDAA28C22EA}" type="pres">
      <dgm:prSet presAssocID="{7044BA9D-CB19-4036-8820-5DB68D83DB39}" presName="compNode" presStyleCnt="0"/>
      <dgm:spPr/>
    </dgm:pt>
    <dgm:pt modelId="{ACAA694A-4E7C-469E-85B9-D1831BE1FFB2}" type="pres">
      <dgm:prSet presAssocID="{7044BA9D-CB19-4036-8820-5DB68D83DB39}" presName="iconBgRect" presStyleLbl="bgShp" presStyleIdx="5" presStyleCnt="7"/>
      <dgm:spPr/>
    </dgm:pt>
    <dgm:pt modelId="{E7E4D844-15D7-4AE5-8201-79AFEA88B696}" type="pres">
      <dgm:prSet presAssocID="{7044BA9D-CB19-4036-8820-5DB68D83DB3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1B09FDE8-0B27-494A-88AE-A454AECC6623}" type="pres">
      <dgm:prSet presAssocID="{7044BA9D-CB19-4036-8820-5DB68D83DB39}" presName="spaceRect" presStyleCnt="0"/>
      <dgm:spPr/>
    </dgm:pt>
    <dgm:pt modelId="{BF3AD685-533D-4395-A19F-658F915FD28B}" type="pres">
      <dgm:prSet presAssocID="{7044BA9D-CB19-4036-8820-5DB68D83DB39}" presName="textRect" presStyleLbl="revTx" presStyleIdx="5" presStyleCnt="7">
        <dgm:presLayoutVars>
          <dgm:chMax val="1"/>
          <dgm:chPref val="1"/>
        </dgm:presLayoutVars>
      </dgm:prSet>
      <dgm:spPr/>
    </dgm:pt>
    <dgm:pt modelId="{81549185-B109-40C8-9D57-EEBC41A0CEF2}" type="pres">
      <dgm:prSet presAssocID="{CFA271C2-EC99-4DD7-9A30-28CEF790E2C4}" presName="sibTrans" presStyleLbl="sibTrans2D1" presStyleIdx="0" presStyleCnt="0"/>
      <dgm:spPr/>
    </dgm:pt>
    <dgm:pt modelId="{9FA71199-6DBC-4E97-B9F9-0632320F1986}" type="pres">
      <dgm:prSet presAssocID="{04E758E0-F446-42C4-8754-B4403429613C}" presName="compNode" presStyleCnt="0"/>
      <dgm:spPr/>
    </dgm:pt>
    <dgm:pt modelId="{8A519C1B-BF7D-452A-8F90-99164AFD83DA}" type="pres">
      <dgm:prSet presAssocID="{04E758E0-F446-42C4-8754-B4403429613C}" presName="iconBgRect" presStyleLbl="bgShp" presStyleIdx="6" presStyleCnt="7"/>
      <dgm:spPr/>
    </dgm:pt>
    <dgm:pt modelId="{42BCB789-9EDE-4950-9169-F474C1252848}" type="pres">
      <dgm:prSet presAssocID="{04E758E0-F446-42C4-8754-B4403429613C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37B6DBC1-DBBC-4881-AD10-CA9D65E1FC05}" type="pres">
      <dgm:prSet presAssocID="{04E758E0-F446-42C4-8754-B4403429613C}" presName="spaceRect" presStyleCnt="0"/>
      <dgm:spPr/>
    </dgm:pt>
    <dgm:pt modelId="{003D868A-A906-4E29-9590-AD53A7E6AF9C}" type="pres">
      <dgm:prSet presAssocID="{04E758E0-F446-42C4-8754-B4403429613C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0D978606-8F8A-49EB-8633-2947083FC2FB}" type="presOf" srcId="{39F77358-B564-4967-9CB8-7C384BC2AB38}" destId="{FD4CF7A1-AC65-456C-A93A-E46573976EDC}" srcOrd="0" destOrd="0" presId="urn:microsoft.com/office/officeart/2018/2/layout/IconCircleList"/>
    <dgm:cxn modelId="{AE80890D-FE4A-44AD-AE96-0AB62B511ED0}" srcId="{FAD48C69-0E07-4A04-AB3C-53248CD8D18F}" destId="{04E758E0-F446-42C4-8754-B4403429613C}" srcOrd="6" destOrd="0" parTransId="{E6849C9B-8C50-4120-81F3-C5FE179F618B}" sibTransId="{FF21FDA3-E456-4449-8740-B8B77D796496}"/>
    <dgm:cxn modelId="{CA735817-15D2-4C47-8B0A-4A511C7750CA}" type="presOf" srcId="{FB721D09-71FD-4672-9485-CA52E7B85245}" destId="{D56CEA71-049B-40D7-85CB-1C38071CECFC}" srcOrd="0" destOrd="0" presId="urn:microsoft.com/office/officeart/2018/2/layout/IconCircleList"/>
    <dgm:cxn modelId="{92C43219-B0D1-4486-B70D-5F90C9FD32EF}" type="presOf" srcId="{9A83EA8F-6533-49CF-9F2F-D5FF11C3513C}" destId="{4727DD00-8B99-420D-BD4D-7F2525850988}" srcOrd="0" destOrd="0" presId="urn:microsoft.com/office/officeart/2018/2/layout/IconCircleList"/>
    <dgm:cxn modelId="{2C25C25F-94C3-4CD4-A774-8335E3AAAE5D}" type="presOf" srcId="{F659D2FD-F83E-41AA-935C-3F86FE6A08B1}" destId="{F5CE7FAF-5D1E-41C7-A5F0-984E8109B8AE}" srcOrd="0" destOrd="0" presId="urn:microsoft.com/office/officeart/2018/2/layout/IconCircleList"/>
    <dgm:cxn modelId="{21ED3672-0AEB-4FF0-95FD-3AEDEA04B67E}" srcId="{FAD48C69-0E07-4A04-AB3C-53248CD8D18F}" destId="{DF277142-BBC6-4DFE-B2E1-9E0D201C6611}" srcOrd="4" destOrd="0" parTransId="{49A3D076-F553-4197-9D8E-06B6E3E2DBA9}" sibTransId="{35ABDFEF-1209-4A19-8E70-8C3654579CB3}"/>
    <dgm:cxn modelId="{B4320A73-3337-4862-AF24-BDF05821346E}" type="presOf" srcId="{DF277142-BBC6-4DFE-B2E1-9E0D201C6611}" destId="{C95E9AC1-7BE2-4A1F-9216-EC4FC51CE8CE}" srcOrd="0" destOrd="0" presId="urn:microsoft.com/office/officeart/2018/2/layout/IconCircleList"/>
    <dgm:cxn modelId="{AC813F7D-70B0-4E9C-9A7F-8ECC471ACADF}" srcId="{FAD48C69-0E07-4A04-AB3C-53248CD8D18F}" destId="{D2E5D8F6-E8DF-415A-A62E-AD28281BCC85}" srcOrd="3" destOrd="0" parTransId="{DF8824C8-8030-4C1C-96C6-7CC8C85AF1D5}" sibTransId="{611F1B5F-4144-418C-BAE2-DE363F172783}"/>
    <dgm:cxn modelId="{0BC94C89-B021-4ED6-91A4-AFCC3431D8CE}" srcId="{FAD48C69-0E07-4A04-AB3C-53248CD8D18F}" destId="{1E78622D-689E-4255-894B-A370EEDB0FD7}" srcOrd="0" destOrd="0" parTransId="{BD4C4954-0899-459A-9C90-C22A376D0F4C}" sibTransId="{F659D2FD-F83E-41AA-935C-3F86FE6A08B1}"/>
    <dgm:cxn modelId="{8CCEC891-A3E0-4F3A-952A-D1B87E77D4C2}" srcId="{FAD48C69-0E07-4A04-AB3C-53248CD8D18F}" destId="{7044BA9D-CB19-4036-8820-5DB68D83DB39}" srcOrd="5" destOrd="0" parTransId="{E84BB9F4-827C-471C-B22D-1E0ACEDEB0E5}" sibTransId="{CFA271C2-EC99-4DD7-9A30-28CEF790E2C4}"/>
    <dgm:cxn modelId="{031ECA93-557B-4984-BCD5-617EA5BB1048}" srcId="{FAD48C69-0E07-4A04-AB3C-53248CD8D18F}" destId="{9A83EA8F-6533-49CF-9F2F-D5FF11C3513C}" srcOrd="2" destOrd="0" parTransId="{95BFC5D2-760C-4E4D-A8FA-A4AB456AB160}" sibTransId="{FB721D09-71FD-4672-9485-CA52E7B85245}"/>
    <dgm:cxn modelId="{88C51694-1A28-479B-BBB3-25D85521CE9A}" type="presOf" srcId="{1E78622D-689E-4255-894B-A370EEDB0FD7}" destId="{E07995C8-AC51-4A2A-8483-62096CE25032}" srcOrd="0" destOrd="0" presId="urn:microsoft.com/office/officeart/2018/2/layout/IconCircleList"/>
    <dgm:cxn modelId="{058A4B9D-8446-4430-91AF-E040A43229C9}" type="presOf" srcId="{7044BA9D-CB19-4036-8820-5DB68D83DB39}" destId="{BF3AD685-533D-4395-A19F-658F915FD28B}" srcOrd="0" destOrd="0" presId="urn:microsoft.com/office/officeart/2018/2/layout/IconCircleList"/>
    <dgm:cxn modelId="{A6157FB0-6878-4B5D-9986-8CF73A893147}" type="presOf" srcId="{FAD48C69-0E07-4A04-AB3C-53248CD8D18F}" destId="{278D1E7A-6C23-472E-96B6-72B8B0AFD9CA}" srcOrd="0" destOrd="0" presId="urn:microsoft.com/office/officeart/2018/2/layout/IconCircleList"/>
    <dgm:cxn modelId="{AEFC16B7-ECF6-46A7-84BB-CF737D3BFA61}" type="presOf" srcId="{35ABDFEF-1209-4A19-8E70-8C3654579CB3}" destId="{BEEE3503-706F-465C-B9E5-8ED009849CA5}" srcOrd="0" destOrd="0" presId="urn:microsoft.com/office/officeart/2018/2/layout/IconCircleList"/>
    <dgm:cxn modelId="{16A2ECBB-DE0E-4632-BB13-2CFEA5C2B8DA}" type="presOf" srcId="{D2E5D8F6-E8DF-415A-A62E-AD28281BCC85}" destId="{A5120430-D68A-47F5-94EF-496D03ED3F67}" srcOrd="0" destOrd="0" presId="urn:microsoft.com/office/officeart/2018/2/layout/IconCircleList"/>
    <dgm:cxn modelId="{8924A8C5-70AC-49F8-BBEC-60DAC0664883}" type="presOf" srcId="{AA1F848D-C9A5-457F-B067-80E937EA4A89}" destId="{E4EF07B7-C081-4F14-BA9A-40BD3F8CF4CA}" srcOrd="0" destOrd="0" presId="urn:microsoft.com/office/officeart/2018/2/layout/IconCircleList"/>
    <dgm:cxn modelId="{CEC2D6D4-9574-4A81-ACFA-00F977C15A99}" type="presOf" srcId="{CFA271C2-EC99-4DD7-9A30-28CEF790E2C4}" destId="{81549185-B109-40C8-9D57-EEBC41A0CEF2}" srcOrd="0" destOrd="0" presId="urn:microsoft.com/office/officeart/2018/2/layout/IconCircleList"/>
    <dgm:cxn modelId="{310436D8-19CA-4D30-8952-34E0AD4B74D1}" type="presOf" srcId="{04E758E0-F446-42C4-8754-B4403429613C}" destId="{003D868A-A906-4E29-9590-AD53A7E6AF9C}" srcOrd="0" destOrd="0" presId="urn:microsoft.com/office/officeart/2018/2/layout/IconCircleList"/>
    <dgm:cxn modelId="{27D7F2E9-1CDF-48A8-A5FA-B4CB95D279A7}" srcId="{FAD48C69-0E07-4A04-AB3C-53248CD8D18F}" destId="{AA1F848D-C9A5-457F-B067-80E937EA4A89}" srcOrd="1" destOrd="0" parTransId="{3B293C79-B519-4B84-BFE3-35F6498CB7FD}" sibTransId="{39F77358-B564-4967-9CB8-7C384BC2AB38}"/>
    <dgm:cxn modelId="{9244E3F1-091F-4568-9D2F-D2B854ADD66C}" type="presOf" srcId="{611F1B5F-4144-418C-BAE2-DE363F172783}" destId="{08C306A1-2F50-4145-86B9-96A01E4E1F81}" srcOrd="0" destOrd="0" presId="urn:microsoft.com/office/officeart/2018/2/layout/IconCircleList"/>
    <dgm:cxn modelId="{BD386680-06B1-439E-A111-A5B38A74041D}" type="presParOf" srcId="{278D1E7A-6C23-472E-96B6-72B8B0AFD9CA}" destId="{FDE2AD48-9945-49E1-BF1F-CDE481EC0903}" srcOrd="0" destOrd="0" presId="urn:microsoft.com/office/officeart/2018/2/layout/IconCircleList"/>
    <dgm:cxn modelId="{E5D5C291-2117-41CA-B68F-5BA6BC03F474}" type="presParOf" srcId="{FDE2AD48-9945-49E1-BF1F-CDE481EC0903}" destId="{FDC08FE7-1E3D-483E-ADEE-CE6C68C273A5}" srcOrd="0" destOrd="0" presId="urn:microsoft.com/office/officeart/2018/2/layout/IconCircleList"/>
    <dgm:cxn modelId="{15EEA089-54E8-4C1B-9BFA-76502FB73AE8}" type="presParOf" srcId="{FDC08FE7-1E3D-483E-ADEE-CE6C68C273A5}" destId="{E3D60DDD-4C4B-44CF-B119-641737E58F06}" srcOrd="0" destOrd="0" presId="urn:microsoft.com/office/officeart/2018/2/layout/IconCircleList"/>
    <dgm:cxn modelId="{A5BD222B-E3A9-418B-A68D-0A37D0A0841B}" type="presParOf" srcId="{FDC08FE7-1E3D-483E-ADEE-CE6C68C273A5}" destId="{4E3B893D-B964-42FF-B334-61ED4E5053A3}" srcOrd="1" destOrd="0" presId="urn:microsoft.com/office/officeart/2018/2/layout/IconCircleList"/>
    <dgm:cxn modelId="{7E5CAE80-654E-49BB-B2B6-33676BE82529}" type="presParOf" srcId="{FDC08FE7-1E3D-483E-ADEE-CE6C68C273A5}" destId="{5E42487C-0930-45E1-A984-BA8B7B2D76BE}" srcOrd="2" destOrd="0" presId="urn:microsoft.com/office/officeart/2018/2/layout/IconCircleList"/>
    <dgm:cxn modelId="{9BE572C7-E3BB-49DD-A540-35FD6D84A6D5}" type="presParOf" srcId="{FDC08FE7-1E3D-483E-ADEE-CE6C68C273A5}" destId="{E07995C8-AC51-4A2A-8483-62096CE25032}" srcOrd="3" destOrd="0" presId="urn:microsoft.com/office/officeart/2018/2/layout/IconCircleList"/>
    <dgm:cxn modelId="{3702FD5D-CB39-4725-86BF-C7B4D96108A0}" type="presParOf" srcId="{FDE2AD48-9945-49E1-BF1F-CDE481EC0903}" destId="{F5CE7FAF-5D1E-41C7-A5F0-984E8109B8AE}" srcOrd="1" destOrd="0" presId="urn:microsoft.com/office/officeart/2018/2/layout/IconCircleList"/>
    <dgm:cxn modelId="{C494F784-CF8C-401E-853D-13E852578CE6}" type="presParOf" srcId="{FDE2AD48-9945-49E1-BF1F-CDE481EC0903}" destId="{A1444295-954D-49EB-80AC-E52E7318C8DE}" srcOrd="2" destOrd="0" presId="urn:microsoft.com/office/officeart/2018/2/layout/IconCircleList"/>
    <dgm:cxn modelId="{1C0A341B-8979-44A3-81F0-DA4A08966267}" type="presParOf" srcId="{A1444295-954D-49EB-80AC-E52E7318C8DE}" destId="{18E8B1BA-BACF-48C5-9CA1-7AAE0C17BB72}" srcOrd="0" destOrd="0" presId="urn:microsoft.com/office/officeart/2018/2/layout/IconCircleList"/>
    <dgm:cxn modelId="{F2A59FC1-4495-4F95-9B53-9CD1AC3AB43C}" type="presParOf" srcId="{A1444295-954D-49EB-80AC-E52E7318C8DE}" destId="{37BFE154-B6AB-499C-A069-7235D5363FFA}" srcOrd="1" destOrd="0" presId="urn:microsoft.com/office/officeart/2018/2/layout/IconCircleList"/>
    <dgm:cxn modelId="{0C6AE554-C490-48BC-ACA4-9AEF50B6E280}" type="presParOf" srcId="{A1444295-954D-49EB-80AC-E52E7318C8DE}" destId="{F5E2EDCE-F627-4B55-9450-9678337A1103}" srcOrd="2" destOrd="0" presId="urn:microsoft.com/office/officeart/2018/2/layout/IconCircleList"/>
    <dgm:cxn modelId="{C06B0140-A562-4618-AA24-4D33EC0D1E3F}" type="presParOf" srcId="{A1444295-954D-49EB-80AC-E52E7318C8DE}" destId="{E4EF07B7-C081-4F14-BA9A-40BD3F8CF4CA}" srcOrd="3" destOrd="0" presId="urn:microsoft.com/office/officeart/2018/2/layout/IconCircleList"/>
    <dgm:cxn modelId="{4167AB19-72DA-4C4A-BA1F-3DCC7E5CB259}" type="presParOf" srcId="{FDE2AD48-9945-49E1-BF1F-CDE481EC0903}" destId="{FD4CF7A1-AC65-456C-A93A-E46573976EDC}" srcOrd="3" destOrd="0" presId="urn:microsoft.com/office/officeart/2018/2/layout/IconCircleList"/>
    <dgm:cxn modelId="{B48A6A1C-900C-4EC6-B438-EC7DDB967BA8}" type="presParOf" srcId="{FDE2AD48-9945-49E1-BF1F-CDE481EC0903}" destId="{1277E2D2-08E5-458B-BD55-1684556BF3A6}" srcOrd="4" destOrd="0" presId="urn:microsoft.com/office/officeart/2018/2/layout/IconCircleList"/>
    <dgm:cxn modelId="{BE0FEDF0-E741-4C37-852E-AE5BA5A8F720}" type="presParOf" srcId="{1277E2D2-08E5-458B-BD55-1684556BF3A6}" destId="{12CE2EEC-B81A-4B82-905B-338FA40F0C4B}" srcOrd="0" destOrd="0" presId="urn:microsoft.com/office/officeart/2018/2/layout/IconCircleList"/>
    <dgm:cxn modelId="{D1DBE5F7-32FF-4B3B-91BB-44005D130415}" type="presParOf" srcId="{1277E2D2-08E5-458B-BD55-1684556BF3A6}" destId="{787C127F-1B7E-45BC-BD2F-7821CB9B4EE7}" srcOrd="1" destOrd="0" presId="urn:microsoft.com/office/officeart/2018/2/layout/IconCircleList"/>
    <dgm:cxn modelId="{147B8C32-1043-430F-A42E-EA7523784F83}" type="presParOf" srcId="{1277E2D2-08E5-458B-BD55-1684556BF3A6}" destId="{DE5F86C7-E15F-43B5-BFCD-80E85B79094E}" srcOrd="2" destOrd="0" presId="urn:microsoft.com/office/officeart/2018/2/layout/IconCircleList"/>
    <dgm:cxn modelId="{4EFE95AD-7553-4E4D-8478-A1B0F5A36C64}" type="presParOf" srcId="{1277E2D2-08E5-458B-BD55-1684556BF3A6}" destId="{4727DD00-8B99-420D-BD4D-7F2525850988}" srcOrd="3" destOrd="0" presId="urn:microsoft.com/office/officeart/2018/2/layout/IconCircleList"/>
    <dgm:cxn modelId="{D5EC11C9-2B2C-4860-9B56-3661F8786C44}" type="presParOf" srcId="{FDE2AD48-9945-49E1-BF1F-CDE481EC0903}" destId="{D56CEA71-049B-40D7-85CB-1C38071CECFC}" srcOrd="5" destOrd="0" presId="urn:microsoft.com/office/officeart/2018/2/layout/IconCircleList"/>
    <dgm:cxn modelId="{53DD7D69-F7AA-4041-BFFD-B08803D64D83}" type="presParOf" srcId="{FDE2AD48-9945-49E1-BF1F-CDE481EC0903}" destId="{E7A5623E-3B3F-44B5-A3DC-D3C93B4B1211}" srcOrd="6" destOrd="0" presId="urn:microsoft.com/office/officeart/2018/2/layout/IconCircleList"/>
    <dgm:cxn modelId="{89EF44E2-155F-4B59-BA1A-41DDF59EB2F3}" type="presParOf" srcId="{E7A5623E-3B3F-44B5-A3DC-D3C93B4B1211}" destId="{8A697EB6-341E-4ECF-945F-15E488B48C3D}" srcOrd="0" destOrd="0" presId="urn:microsoft.com/office/officeart/2018/2/layout/IconCircleList"/>
    <dgm:cxn modelId="{BF4953BD-2EF6-4C0B-A825-DA1F45F2F7A2}" type="presParOf" srcId="{E7A5623E-3B3F-44B5-A3DC-D3C93B4B1211}" destId="{DDA03563-1B78-481B-96B0-494852092104}" srcOrd="1" destOrd="0" presId="urn:microsoft.com/office/officeart/2018/2/layout/IconCircleList"/>
    <dgm:cxn modelId="{1D57CA55-9042-4FC9-8D09-1EEFEF385EF8}" type="presParOf" srcId="{E7A5623E-3B3F-44B5-A3DC-D3C93B4B1211}" destId="{A3D3FC4D-296D-4708-AE37-704A0827096E}" srcOrd="2" destOrd="0" presId="urn:microsoft.com/office/officeart/2018/2/layout/IconCircleList"/>
    <dgm:cxn modelId="{C9BA8F68-868F-457E-A765-3761B9C9958D}" type="presParOf" srcId="{E7A5623E-3B3F-44B5-A3DC-D3C93B4B1211}" destId="{A5120430-D68A-47F5-94EF-496D03ED3F67}" srcOrd="3" destOrd="0" presId="urn:microsoft.com/office/officeart/2018/2/layout/IconCircleList"/>
    <dgm:cxn modelId="{5FEC9660-F31B-4479-BB74-001D1142B775}" type="presParOf" srcId="{FDE2AD48-9945-49E1-BF1F-CDE481EC0903}" destId="{08C306A1-2F50-4145-86B9-96A01E4E1F81}" srcOrd="7" destOrd="0" presId="urn:microsoft.com/office/officeart/2018/2/layout/IconCircleList"/>
    <dgm:cxn modelId="{FAEA213F-8609-4D39-B621-BA664AF049F1}" type="presParOf" srcId="{FDE2AD48-9945-49E1-BF1F-CDE481EC0903}" destId="{5FB1182F-C607-4CFE-86A3-D289D4917741}" srcOrd="8" destOrd="0" presId="urn:microsoft.com/office/officeart/2018/2/layout/IconCircleList"/>
    <dgm:cxn modelId="{E749B5D6-A6ED-427E-8062-5A254862FCDC}" type="presParOf" srcId="{5FB1182F-C607-4CFE-86A3-D289D4917741}" destId="{F9081FB5-E32F-415B-958C-0961DA4E6134}" srcOrd="0" destOrd="0" presId="urn:microsoft.com/office/officeart/2018/2/layout/IconCircleList"/>
    <dgm:cxn modelId="{9AC5F457-5387-4054-8630-22875942980A}" type="presParOf" srcId="{5FB1182F-C607-4CFE-86A3-D289D4917741}" destId="{9DDCDA78-337C-426E-BAD0-0EFA29FDAD49}" srcOrd="1" destOrd="0" presId="urn:microsoft.com/office/officeart/2018/2/layout/IconCircleList"/>
    <dgm:cxn modelId="{196076E9-6EE8-42BC-B698-6F94441AE998}" type="presParOf" srcId="{5FB1182F-C607-4CFE-86A3-D289D4917741}" destId="{2DB423A3-8077-43C4-B694-049BE5C0481A}" srcOrd="2" destOrd="0" presId="urn:microsoft.com/office/officeart/2018/2/layout/IconCircleList"/>
    <dgm:cxn modelId="{1B3B3AA3-38B8-48D7-93BB-AA0BD0B534B3}" type="presParOf" srcId="{5FB1182F-C607-4CFE-86A3-D289D4917741}" destId="{C95E9AC1-7BE2-4A1F-9216-EC4FC51CE8CE}" srcOrd="3" destOrd="0" presId="urn:microsoft.com/office/officeart/2018/2/layout/IconCircleList"/>
    <dgm:cxn modelId="{DE945005-C54A-4BFC-AACF-BE1344A32F57}" type="presParOf" srcId="{FDE2AD48-9945-49E1-BF1F-CDE481EC0903}" destId="{BEEE3503-706F-465C-B9E5-8ED009849CA5}" srcOrd="9" destOrd="0" presId="urn:microsoft.com/office/officeart/2018/2/layout/IconCircleList"/>
    <dgm:cxn modelId="{FDBF36DC-C6F2-46CA-8582-7B7A0A947527}" type="presParOf" srcId="{FDE2AD48-9945-49E1-BF1F-CDE481EC0903}" destId="{0975A22E-F54C-4C8C-A5E7-3DDAA28C22EA}" srcOrd="10" destOrd="0" presId="urn:microsoft.com/office/officeart/2018/2/layout/IconCircleList"/>
    <dgm:cxn modelId="{5EC1B976-BD7A-452A-9533-B474F0CB2685}" type="presParOf" srcId="{0975A22E-F54C-4C8C-A5E7-3DDAA28C22EA}" destId="{ACAA694A-4E7C-469E-85B9-D1831BE1FFB2}" srcOrd="0" destOrd="0" presId="urn:microsoft.com/office/officeart/2018/2/layout/IconCircleList"/>
    <dgm:cxn modelId="{2F28AC0D-89C6-4BC5-9620-95C8712E05C6}" type="presParOf" srcId="{0975A22E-F54C-4C8C-A5E7-3DDAA28C22EA}" destId="{E7E4D844-15D7-4AE5-8201-79AFEA88B696}" srcOrd="1" destOrd="0" presId="urn:microsoft.com/office/officeart/2018/2/layout/IconCircleList"/>
    <dgm:cxn modelId="{E60BD019-5075-4176-B5F1-57DE0F1CD40C}" type="presParOf" srcId="{0975A22E-F54C-4C8C-A5E7-3DDAA28C22EA}" destId="{1B09FDE8-0B27-494A-88AE-A454AECC6623}" srcOrd="2" destOrd="0" presId="urn:microsoft.com/office/officeart/2018/2/layout/IconCircleList"/>
    <dgm:cxn modelId="{E5F1F4F4-7802-4BC5-906D-0F49613789E9}" type="presParOf" srcId="{0975A22E-F54C-4C8C-A5E7-3DDAA28C22EA}" destId="{BF3AD685-533D-4395-A19F-658F915FD28B}" srcOrd="3" destOrd="0" presId="urn:microsoft.com/office/officeart/2018/2/layout/IconCircleList"/>
    <dgm:cxn modelId="{E24A5371-7ECF-47FE-994D-F8E93547A3B7}" type="presParOf" srcId="{FDE2AD48-9945-49E1-BF1F-CDE481EC0903}" destId="{81549185-B109-40C8-9D57-EEBC41A0CEF2}" srcOrd="11" destOrd="0" presId="urn:microsoft.com/office/officeart/2018/2/layout/IconCircleList"/>
    <dgm:cxn modelId="{483856FA-0614-40A8-A305-91B27318A5E0}" type="presParOf" srcId="{FDE2AD48-9945-49E1-BF1F-CDE481EC0903}" destId="{9FA71199-6DBC-4E97-B9F9-0632320F1986}" srcOrd="12" destOrd="0" presId="urn:microsoft.com/office/officeart/2018/2/layout/IconCircleList"/>
    <dgm:cxn modelId="{51136D84-1412-40BC-A34E-579D81ECA84B}" type="presParOf" srcId="{9FA71199-6DBC-4E97-B9F9-0632320F1986}" destId="{8A519C1B-BF7D-452A-8F90-99164AFD83DA}" srcOrd="0" destOrd="0" presId="urn:microsoft.com/office/officeart/2018/2/layout/IconCircleList"/>
    <dgm:cxn modelId="{1165B808-74D9-441D-8469-E11A47E77390}" type="presParOf" srcId="{9FA71199-6DBC-4E97-B9F9-0632320F1986}" destId="{42BCB789-9EDE-4950-9169-F474C1252848}" srcOrd="1" destOrd="0" presId="urn:microsoft.com/office/officeart/2018/2/layout/IconCircleList"/>
    <dgm:cxn modelId="{4A8F016D-C117-458D-B2AE-11F991B4E644}" type="presParOf" srcId="{9FA71199-6DBC-4E97-B9F9-0632320F1986}" destId="{37B6DBC1-DBBC-4881-AD10-CA9D65E1FC05}" srcOrd="2" destOrd="0" presId="urn:microsoft.com/office/officeart/2018/2/layout/IconCircleList"/>
    <dgm:cxn modelId="{7AE65979-F5E8-499A-A688-3EAB06C3793D}" type="presParOf" srcId="{9FA71199-6DBC-4E97-B9F9-0632320F1986}" destId="{003D868A-A906-4E29-9590-AD53A7E6AF9C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C49FD93-185B-4BC6-B9A1-BB760ED15191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57E62640-C7D4-412D-8BD8-A90CB9B76E6C}">
      <dgm:prSet/>
      <dgm:spPr/>
      <dgm:t>
        <a:bodyPr/>
        <a:lstStyle/>
        <a:p>
          <a:r>
            <a:rPr lang="en-US" b="1" i="0" baseline="0"/>
            <a:t>Beneficiaries:</a:t>
          </a:r>
          <a:r>
            <a:rPr lang="en-US" b="0" i="0" baseline="0"/>
            <a:t> 100 young women and adolescent mothers, organized into </a:t>
          </a:r>
          <a:r>
            <a:rPr lang="en-US" b="1" i="0" baseline="0"/>
            <a:t>4 cohorts</a:t>
          </a:r>
          <a:r>
            <a:rPr lang="en-US" b="0" i="0" baseline="0"/>
            <a:t> (~25 each).</a:t>
          </a:r>
          <a:endParaRPr lang="en-US"/>
        </a:p>
      </dgm:t>
    </dgm:pt>
    <dgm:pt modelId="{C128C9E5-02A4-45C2-9764-1A74C61E28F1}" type="parTrans" cxnId="{5665DDD9-BCF6-4128-A639-20607383F666}">
      <dgm:prSet/>
      <dgm:spPr/>
      <dgm:t>
        <a:bodyPr/>
        <a:lstStyle/>
        <a:p>
          <a:endParaRPr lang="en-US"/>
        </a:p>
      </dgm:t>
    </dgm:pt>
    <dgm:pt modelId="{9E12AC69-57D3-45B4-9DA3-A554F4ED7154}" type="sibTrans" cxnId="{5665DDD9-BCF6-4128-A639-20607383F666}">
      <dgm:prSet/>
      <dgm:spPr/>
      <dgm:t>
        <a:bodyPr/>
        <a:lstStyle/>
        <a:p>
          <a:endParaRPr lang="en-US"/>
        </a:p>
      </dgm:t>
    </dgm:pt>
    <dgm:pt modelId="{EDC4EE1D-5710-42B9-AA11-BA3525085176}">
      <dgm:prSet/>
      <dgm:spPr/>
      <dgm:t>
        <a:bodyPr/>
        <a:lstStyle/>
        <a:p>
          <a:r>
            <a:rPr lang="en-US" b="0" i="0" baseline="0"/>
            <a:t>Selection prioritizes vulnerability, proximity, interest and potential to be peer trainers.</a:t>
          </a:r>
          <a:endParaRPr lang="en-US"/>
        </a:p>
      </dgm:t>
    </dgm:pt>
    <dgm:pt modelId="{4FBE4AF7-FD02-4A45-B46C-F4C6C84E2740}" type="parTrans" cxnId="{49992DCA-A232-4876-ABB2-894C4C65E9A7}">
      <dgm:prSet/>
      <dgm:spPr/>
      <dgm:t>
        <a:bodyPr/>
        <a:lstStyle/>
        <a:p>
          <a:endParaRPr lang="en-US"/>
        </a:p>
      </dgm:t>
    </dgm:pt>
    <dgm:pt modelId="{35897315-2761-49DF-858F-65522D75CFB1}" type="sibTrans" cxnId="{49992DCA-A232-4876-ABB2-894C4C65E9A7}">
      <dgm:prSet/>
      <dgm:spPr/>
      <dgm:t>
        <a:bodyPr/>
        <a:lstStyle/>
        <a:p>
          <a:endParaRPr lang="en-US"/>
        </a:p>
      </dgm:t>
    </dgm:pt>
    <dgm:pt modelId="{507FCCD5-9E57-4101-9CB6-D2131E4860AF}">
      <dgm:prSet/>
      <dgm:spPr/>
      <dgm:t>
        <a:bodyPr/>
        <a:lstStyle/>
        <a:p>
          <a:r>
            <a:rPr lang="en-US" b="0" i="0" baseline="0"/>
            <a:t>Roles rotate (champions, compost casuals) so skills and income are widely shared.</a:t>
          </a:r>
          <a:endParaRPr lang="en-US"/>
        </a:p>
      </dgm:t>
    </dgm:pt>
    <dgm:pt modelId="{221C1E42-3E62-4F57-AECA-ADCBCB49FAE8}" type="parTrans" cxnId="{C8303055-D18A-4823-85C3-FCECA3588516}">
      <dgm:prSet/>
      <dgm:spPr/>
      <dgm:t>
        <a:bodyPr/>
        <a:lstStyle/>
        <a:p>
          <a:endParaRPr lang="en-US"/>
        </a:p>
      </dgm:t>
    </dgm:pt>
    <dgm:pt modelId="{B985A8FD-5006-432A-BE35-4C08B3DEFC98}" type="sibTrans" cxnId="{C8303055-D18A-4823-85C3-FCECA3588516}">
      <dgm:prSet/>
      <dgm:spPr/>
      <dgm:t>
        <a:bodyPr/>
        <a:lstStyle/>
        <a:p>
          <a:endParaRPr lang="en-US"/>
        </a:p>
      </dgm:t>
    </dgm:pt>
    <dgm:pt modelId="{6F651551-80F8-42C7-8FAE-B1CC601C10BD}">
      <dgm:prSet/>
      <dgm:spPr/>
      <dgm:t>
        <a:bodyPr/>
        <a:lstStyle/>
        <a:p>
          <a:r>
            <a:rPr lang="en-US" b="0" i="0" baseline="0"/>
            <a:t>Cohorts are geographically clustered to enable shared labor, childcare and VSLA activities.</a:t>
          </a:r>
          <a:endParaRPr lang="en-US"/>
        </a:p>
      </dgm:t>
    </dgm:pt>
    <dgm:pt modelId="{272BA05A-E156-4348-A377-BA7D49303A78}" type="parTrans" cxnId="{F0945598-C9E4-4940-89ED-9AD8AAA7D0DF}">
      <dgm:prSet/>
      <dgm:spPr/>
      <dgm:t>
        <a:bodyPr/>
        <a:lstStyle/>
        <a:p>
          <a:endParaRPr lang="en-US"/>
        </a:p>
      </dgm:t>
    </dgm:pt>
    <dgm:pt modelId="{0B31E8CC-1D8A-4D69-BFC3-5D1C63B55F2C}" type="sibTrans" cxnId="{F0945598-C9E4-4940-89ED-9AD8AAA7D0DF}">
      <dgm:prSet/>
      <dgm:spPr/>
      <dgm:t>
        <a:bodyPr/>
        <a:lstStyle/>
        <a:p>
          <a:endParaRPr lang="en-US"/>
        </a:p>
      </dgm:t>
    </dgm:pt>
    <dgm:pt modelId="{B488E12D-1523-47BA-BFBB-BB45B81ADC9B}" type="pres">
      <dgm:prSet presAssocID="{0C49FD93-185B-4BC6-B9A1-BB760ED15191}" presName="cycle" presStyleCnt="0">
        <dgm:presLayoutVars>
          <dgm:dir/>
          <dgm:resizeHandles val="exact"/>
        </dgm:presLayoutVars>
      </dgm:prSet>
      <dgm:spPr/>
    </dgm:pt>
    <dgm:pt modelId="{06DD0C5E-79CD-4241-A470-19C255C1F81C}" type="pres">
      <dgm:prSet presAssocID="{57E62640-C7D4-412D-8BD8-A90CB9B76E6C}" presName="dummy" presStyleCnt="0"/>
      <dgm:spPr/>
    </dgm:pt>
    <dgm:pt modelId="{D301B372-3E22-4FF9-9A86-FF482514FCFC}" type="pres">
      <dgm:prSet presAssocID="{57E62640-C7D4-412D-8BD8-A90CB9B76E6C}" presName="node" presStyleLbl="revTx" presStyleIdx="0" presStyleCnt="4">
        <dgm:presLayoutVars>
          <dgm:bulletEnabled val="1"/>
        </dgm:presLayoutVars>
      </dgm:prSet>
      <dgm:spPr/>
    </dgm:pt>
    <dgm:pt modelId="{E4236521-F7C4-4685-95DE-AA2872C38977}" type="pres">
      <dgm:prSet presAssocID="{9E12AC69-57D3-45B4-9DA3-A554F4ED7154}" presName="sibTrans" presStyleLbl="node1" presStyleIdx="0" presStyleCnt="4"/>
      <dgm:spPr/>
    </dgm:pt>
    <dgm:pt modelId="{2E39278D-CC65-4682-AA21-6795C9DEC47E}" type="pres">
      <dgm:prSet presAssocID="{EDC4EE1D-5710-42B9-AA11-BA3525085176}" presName="dummy" presStyleCnt="0"/>
      <dgm:spPr/>
    </dgm:pt>
    <dgm:pt modelId="{4223CCA5-46B8-4AA0-AD39-6C58F62B49ED}" type="pres">
      <dgm:prSet presAssocID="{EDC4EE1D-5710-42B9-AA11-BA3525085176}" presName="node" presStyleLbl="revTx" presStyleIdx="1" presStyleCnt="4">
        <dgm:presLayoutVars>
          <dgm:bulletEnabled val="1"/>
        </dgm:presLayoutVars>
      </dgm:prSet>
      <dgm:spPr/>
    </dgm:pt>
    <dgm:pt modelId="{3A960AB5-02F4-4455-A5C2-A43F9AD54E8B}" type="pres">
      <dgm:prSet presAssocID="{35897315-2761-49DF-858F-65522D75CFB1}" presName="sibTrans" presStyleLbl="node1" presStyleIdx="1" presStyleCnt="4"/>
      <dgm:spPr/>
    </dgm:pt>
    <dgm:pt modelId="{969DC296-E628-469B-ABEE-3A49AF89DA2B}" type="pres">
      <dgm:prSet presAssocID="{507FCCD5-9E57-4101-9CB6-D2131E4860AF}" presName="dummy" presStyleCnt="0"/>
      <dgm:spPr/>
    </dgm:pt>
    <dgm:pt modelId="{F7736ED9-5967-4D31-A026-48B4C96C532D}" type="pres">
      <dgm:prSet presAssocID="{507FCCD5-9E57-4101-9CB6-D2131E4860AF}" presName="node" presStyleLbl="revTx" presStyleIdx="2" presStyleCnt="4">
        <dgm:presLayoutVars>
          <dgm:bulletEnabled val="1"/>
        </dgm:presLayoutVars>
      </dgm:prSet>
      <dgm:spPr/>
    </dgm:pt>
    <dgm:pt modelId="{F81FC7F9-B5CF-4B5E-8EAB-3A63D778C518}" type="pres">
      <dgm:prSet presAssocID="{B985A8FD-5006-432A-BE35-4C08B3DEFC98}" presName="sibTrans" presStyleLbl="node1" presStyleIdx="2" presStyleCnt="4"/>
      <dgm:spPr/>
    </dgm:pt>
    <dgm:pt modelId="{F5B4662C-4384-4214-8E9E-27D1C6AF5204}" type="pres">
      <dgm:prSet presAssocID="{6F651551-80F8-42C7-8FAE-B1CC601C10BD}" presName="dummy" presStyleCnt="0"/>
      <dgm:spPr/>
    </dgm:pt>
    <dgm:pt modelId="{E1357891-15D7-4110-8DE2-1B2B15DA5637}" type="pres">
      <dgm:prSet presAssocID="{6F651551-80F8-42C7-8FAE-B1CC601C10BD}" presName="node" presStyleLbl="revTx" presStyleIdx="3" presStyleCnt="4">
        <dgm:presLayoutVars>
          <dgm:bulletEnabled val="1"/>
        </dgm:presLayoutVars>
      </dgm:prSet>
      <dgm:spPr/>
    </dgm:pt>
    <dgm:pt modelId="{5037742C-EE5D-43DF-AACD-D7D21823ECD3}" type="pres">
      <dgm:prSet presAssocID="{0B31E8CC-1D8A-4D69-BFC3-5D1C63B55F2C}" presName="sibTrans" presStyleLbl="node1" presStyleIdx="3" presStyleCnt="4"/>
      <dgm:spPr/>
    </dgm:pt>
  </dgm:ptLst>
  <dgm:cxnLst>
    <dgm:cxn modelId="{FC6E4808-D71D-4489-9136-0B4606ACC996}" type="presOf" srcId="{57E62640-C7D4-412D-8BD8-A90CB9B76E6C}" destId="{D301B372-3E22-4FF9-9A86-FF482514FCFC}" srcOrd="0" destOrd="0" presId="urn:microsoft.com/office/officeart/2005/8/layout/cycle1"/>
    <dgm:cxn modelId="{EDE23910-C513-4073-94E6-D7E97AE94527}" type="presOf" srcId="{9E12AC69-57D3-45B4-9DA3-A554F4ED7154}" destId="{E4236521-F7C4-4685-95DE-AA2872C38977}" srcOrd="0" destOrd="0" presId="urn:microsoft.com/office/officeart/2005/8/layout/cycle1"/>
    <dgm:cxn modelId="{C1E5452C-58F5-4692-9AE2-26A3991FF0C2}" type="presOf" srcId="{B985A8FD-5006-432A-BE35-4C08B3DEFC98}" destId="{F81FC7F9-B5CF-4B5E-8EAB-3A63D778C518}" srcOrd="0" destOrd="0" presId="urn:microsoft.com/office/officeart/2005/8/layout/cycle1"/>
    <dgm:cxn modelId="{D491D445-96DB-4B07-B7F3-D43B53BA8886}" type="presOf" srcId="{507FCCD5-9E57-4101-9CB6-D2131E4860AF}" destId="{F7736ED9-5967-4D31-A026-48B4C96C532D}" srcOrd="0" destOrd="0" presId="urn:microsoft.com/office/officeart/2005/8/layout/cycle1"/>
    <dgm:cxn modelId="{C8303055-D18A-4823-85C3-FCECA3588516}" srcId="{0C49FD93-185B-4BC6-B9A1-BB760ED15191}" destId="{507FCCD5-9E57-4101-9CB6-D2131E4860AF}" srcOrd="2" destOrd="0" parTransId="{221C1E42-3E62-4F57-AECA-ADCBCB49FAE8}" sibTransId="{B985A8FD-5006-432A-BE35-4C08B3DEFC98}"/>
    <dgm:cxn modelId="{3A54CE61-5C91-4BB7-90D7-17C5DC672858}" type="presOf" srcId="{0C49FD93-185B-4BC6-B9A1-BB760ED15191}" destId="{B488E12D-1523-47BA-BFBB-BB45B81ADC9B}" srcOrd="0" destOrd="0" presId="urn:microsoft.com/office/officeart/2005/8/layout/cycle1"/>
    <dgm:cxn modelId="{1311596D-7405-4A5C-B31B-C215368F4FC9}" type="presOf" srcId="{6F651551-80F8-42C7-8FAE-B1CC601C10BD}" destId="{E1357891-15D7-4110-8DE2-1B2B15DA5637}" srcOrd="0" destOrd="0" presId="urn:microsoft.com/office/officeart/2005/8/layout/cycle1"/>
    <dgm:cxn modelId="{F0945598-C9E4-4940-89ED-9AD8AAA7D0DF}" srcId="{0C49FD93-185B-4BC6-B9A1-BB760ED15191}" destId="{6F651551-80F8-42C7-8FAE-B1CC601C10BD}" srcOrd="3" destOrd="0" parTransId="{272BA05A-E156-4348-A377-BA7D49303A78}" sibTransId="{0B31E8CC-1D8A-4D69-BFC3-5D1C63B55F2C}"/>
    <dgm:cxn modelId="{A1DA5FB9-120D-45CD-BAE6-ED7E830887C8}" type="presOf" srcId="{EDC4EE1D-5710-42B9-AA11-BA3525085176}" destId="{4223CCA5-46B8-4AA0-AD39-6C58F62B49ED}" srcOrd="0" destOrd="0" presId="urn:microsoft.com/office/officeart/2005/8/layout/cycle1"/>
    <dgm:cxn modelId="{49992DCA-A232-4876-ABB2-894C4C65E9A7}" srcId="{0C49FD93-185B-4BC6-B9A1-BB760ED15191}" destId="{EDC4EE1D-5710-42B9-AA11-BA3525085176}" srcOrd="1" destOrd="0" parTransId="{4FBE4AF7-FD02-4A45-B46C-F4C6C84E2740}" sibTransId="{35897315-2761-49DF-858F-65522D75CFB1}"/>
    <dgm:cxn modelId="{5665DDD9-BCF6-4128-A639-20607383F666}" srcId="{0C49FD93-185B-4BC6-B9A1-BB760ED15191}" destId="{57E62640-C7D4-412D-8BD8-A90CB9B76E6C}" srcOrd="0" destOrd="0" parTransId="{C128C9E5-02A4-45C2-9764-1A74C61E28F1}" sibTransId="{9E12AC69-57D3-45B4-9DA3-A554F4ED7154}"/>
    <dgm:cxn modelId="{3B1FF6E6-7F3D-40CA-8D5F-677F747AA625}" type="presOf" srcId="{35897315-2761-49DF-858F-65522D75CFB1}" destId="{3A960AB5-02F4-4455-A5C2-A43F9AD54E8B}" srcOrd="0" destOrd="0" presId="urn:microsoft.com/office/officeart/2005/8/layout/cycle1"/>
    <dgm:cxn modelId="{3795E4F7-CD4F-431B-90C1-F6A96AFDE900}" type="presOf" srcId="{0B31E8CC-1D8A-4D69-BFC3-5D1C63B55F2C}" destId="{5037742C-EE5D-43DF-AACD-D7D21823ECD3}" srcOrd="0" destOrd="0" presId="urn:microsoft.com/office/officeart/2005/8/layout/cycle1"/>
    <dgm:cxn modelId="{638C439B-C907-429F-8F5E-55AD1C03826C}" type="presParOf" srcId="{B488E12D-1523-47BA-BFBB-BB45B81ADC9B}" destId="{06DD0C5E-79CD-4241-A470-19C255C1F81C}" srcOrd="0" destOrd="0" presId="urn:microsoft.com/office/officeart/2005/8/layout/cycle1"/>
    <dgm:cxn modelId="{13D98ABC-BC90-4C20-8108-3988015C5B89}" type="presParOf" srcId="{B488E12D-1523-47BA-BFBB-BB45B81ADC9B}" destId="{D301B372-3E22-4FF9-9A86-FF482514FCFC}" srcOrd="1" destOrd="0" presId="urn:microsoft.com/office/officeart/2005/8/layout/cycle1"/>
    <dgm:cxn modelId="{D8ED4E69-43BE-4E17-9C14-F727E76BCEBB}" type="presParOf" srcId="{B488E12D-1523-47BA-BFBB-BB45B81ADC9B}" destId="{E4236521-F7C4-4685-95DE-AA2872C38977}" srcOrd="2" destOrd="0" presId="urn:microsoft.com/office/officeart/2005/8/layout/cycle1"/>
    <dgm:cxn modelId="{3966BE73-87D6-4158-BA66-1A55A18CA01E}" type="presParOf" srcId="{B488E12D-1523-47BA-BFBB-BB45B81ADC9B}" destId="{2E39278D-CC65-4682-AA21-6795C9DEC47E}" srcOrd="3" destOrd="0" presId="urn:microsoft.com/office/officeart/2005/8/layout/cycle1"/>
    <dgm:cxn modelId="{30A2979B-99F2-4495-A8D9-818D37EF450D}" type="presParOf" srcId="{B488E12D-1523-47BA-BFBB-BB45B81ADC9B}" destId="{4223CCA5-46B8-4AA0-AD39-6C58F62B49ED}" srcOrd="4" destOrd="0" presId="urn:microsoft.com/office/officeart/2005/8/layout/cycle1"/>
    <dgm:cxn modelId="{E681F968-0098-427C-A076-F9B218A66205}" type="presParOf" srcId="{B488E12D-1523-47BA-BFBB-BB45B81ADC9B}" destId="{3A960AB5-02F4-4455-A5C2-A43F9AD54E8B}" srcOrd="5" destOrd="0" presId="urn:microsoft.com/office/officeart/2005/8/layout/cycle1"/>
    <dgm:cxn modelId="{4E3B562A-F01F-4E76-986E-6F6DE41DCC54}" type="presParOf" srcId="{B488E12D-1523-47BA-BFBB-BB45B81ADC9B}" destId="{969DC296-E628-469B-ABEE-3A49AF89DA2B}" srcOrd="6" destOrd="0" presId="urn:microsoft.com/office/officeart/2005/8/layout/cycle1"/>
    <dgm:cxn modelId="{2055E918-6DE9-4A07-8EFC-997AB8BC6691}" type="presParOf" srcId="{B488E12D-1523-47BA-BFBB-BB45B81ADC9B}" destId="{F7736ED9-5967-4D31-A026-48B4C96C532D}" srcOrd="7" destOrd="0" presId="urn:microsoft.com/office/officeart/2005/8/layout/cycle1"/>
    <dgm:cxn modelId="{EE3B981A-67EA-4D48-A183-21063B88CB9C}" type="presParOf" srcId="{B488E12D-1523-47BA-BFBB-BB45B81ADC9B}" destId="{F81FC7F9-B5CF-4B5E-8EAB-3A63D778C518}" srcOrd="8" destOrd="0" presId="urn:microsoft.com/office/officeart/2005/8/layout/cycle1"/>
    <dgm:cxn modelId="{DD76D1B5-4B55-4BD5-BE2C-A155C13C44AF}" type="presParOf" srcId="{B488E12D-1523-47BA-BFBB-BB45B81ADC9B}" destId="{F5B4662C-4384-4214-8E9E-27D1C6AF5204}" srcOrd="9" destOrd="0" presId="urn:microsoft.com/office/officeart/2005/8/layout/cycle1"/>
    <dgm:cxn modelId="{19ECB193-CC14-43C6-9B23-13949D39C816}" type="presParOf" srcId="{B488E12D-1523-47BA-BFBB-BB45B81ADC9B}" destId="{E1357891-15D7-4110-8DE2-1B2B15DA5637}" srcOrd="10" destOrd="0" presId="urn:microsoft.com/office/officeart/2005/8/layout/cycle1"/>
    <dgm:cxn modelId="{0C42700C-F5CB-426F-AD22-BC40F846DDF4}" type="presParOf" srcId="{B488E12D-1523-47BA-BFBB-BB45B81ADC9B}" destId="{5037742C-EE5D-43DF-AACD-D7D21823ECD3}" srcOrd="11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85B1A68-688F-4E5D-B3CC-DEF8BC0FD0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B8FBAC3-81CA-4AAD-957D-33ED33403E6F}">
      <dgm:prSet/>
      <dgm:spPr/>
      <dgm:t>
        <a:bodyPr/>
        <a:lstStyle/>
        <a:p>
          <a:r>
            <a:rPr lang="en-US" b="1" i="0" baseline="0"/>
            <a:t>Cohorts 1–2:</a:t>
          </a:r>
          <a:r>
            <a:rPr lang="en-US" b="0" i="0" baseline="0"/>
            <a:t> Avocado intercropped with short‑cycle vegetables (amaranth, green beans, tomatoes, leafy greens) for near‑term income.</a:t>
          </a:r>
          <a:endParaRPr lang="en-US"/>
        </a:p>
      </dgm:t>
    </dgm:pt>
    <dgm:pt modelId="{6C88F147-BDDE-4B89-81DC-93F10F911EB8}" type="parTrans" cxnId="{DAE0883F-B10F-4CAE-8314-F8086815F644}">
      <dgm:prSet/>
      <dgm:spPr/>
      <dgm:t>
        <a:bodyPr/>
        <a:lstStyle/>
        <a:p>
          <a:endParaRPr lang="en-US"/>
        </a:p>
      </dgm:t>
    </dgm:pt>
    <dgm:pt modelId="{4233214F-6CF2-4C03-97B3-F0FAD772B5E5}" type="sibTrans" cxnId="{DAE0883F-B10F-4CAE-8314-F8086815F644}">
      <dgm:prSet/>
      <dgm:spPr/>
      <dgm:t>
        <a:bodyPr/>
        <a:lstStyle/>
        <a:p>
          <a:endParaRPr lang="en-US"/>
        </a:p>
      </dgm:t>
    </dgm:pt>
    <dgm:pt modelId="{3F3C96F3-73B2-4ABB-AF5F-7B934C629FDC}">
      <dgm:prSet/>
      <dgm:spPr/>
      <dgm:t>
        <a:bodyPr/>
        <a:lstStyle/>
        <a:p>
          <a:r>
            <a:rPr lang="en-US" b="1" i="0" baseline="0"/>
            <a:t>Cohorts 3–4:</a:t>
          </a:r>
          <a:r>
            <a:rPr lang="en-US" b="0" i="0" baseline="0"/>
            <a:t> Macadamia intercropped with vegetables and short‑cycle legumes to support soil nitrogen and dietary diversity.</a:t>
          </a:r>
          <a:endParaRPr lang="en-US"/>
        </a:p>
      </dgm:t>
    </dgm:pt>
    <dgm:pt modelId="{A6F9DE61-7D8A-45E8-AF2B-1F78176AE696}" type="parTrans" cxnId="{04061770-4457-499C-9966-D22FAEEFDC8B}">
      <dgm:prSet/>
      <dgm:spPr/>
      <dgm:t>
        <a:bodyPr/>
        <a:lstStyle/>
        <a:p>
          <a:endParaRPr lang="en-US"/>
        </a:p>
      </dgm:t>
    </dgm:pt>
    <dgm:pt modelId="{E20822F5-1033-42D2-8563-81609ACFED1E}" type="sibTrans" cxnId="{04061770-4457-499C-9966-D22FAEEFDC8B}">
      <dgm:prSet/>
      <dgm:spPr/>
      <dgm:t>
        <a:bodyPr/>
        <a:lstStyle/>
        <a:p>
          <a:endParaRPr lang="en-US"/>
        </a:p>
      </dgm:t>
    </dgm:pt>
    <dgm:pt modelId="{3D9B038C-5DEC-4246-A12C-0E1714F139D4}">
      <dgm:prSet/>
      <dgm:spPr/>
      <dgm:t>
        <a:bodyPr/>
        <a:lstStyle/>
        <a:p>
          <a:r>
            <a:rPr lang="en-US" b="1" i="0" baseline="0"/>
            <a:t>Model plots:</a:t>
          </a:r>
          <a:r>
            <a:rPr lang="en-US" b="0" i="0" baseline="0"/>
            <a:t> Sanza‑leased demonstration plots serve as training sites, trials and replication hubs.</a:t>
          </a:r>
          <a:endParaRPr lang="en-US"/>
        </a:p>
      </dgm:t>
    </dgm:pt>
    <dgm:pt modelId="{E83D485B-E808-4F08-B72D-F25A0DA4B766}" type="parTrans" cxnId="{6DDB09E5-AC67-4471-9D4D-E68239A95357}">
      <dgm:prSet/>
      <dgm:spPr/>
      <dgm:t>
        <a:bodyPr/>
        <a:lstStyle/>
        <a:p>
          <a:endParaRPr lang="en-US"/>
        </a:p>
      </dgm:t>
    </dgm:pt>
    <dgm:pt modelId="{03451532-5349-4967-83C5-F12A0322C478}" type="sibTrans" cxnId="{6DDB09E5-AC67-4471-9D4D-E68239A95357}">
      <dgm:prSet/>
      <dgm:spPr/>
      <dgm:t>
        <a:bodyPr/>
        <a:lstStyle/>
        <a:p>
          <a:endParaRPr lang="en-US"/>
        </a:p>
      </dgm:t>
    </dgm:pt>
    <dgm:pt modelId="{8CB16905-6E3B-4A69-81A3-037A452BDBB8}" type="pres">
      <dgm:prSet presAssocID="{485B1A68-688F-4E5D-B3CC-DEF8BC0FD0A2}" presName="linear" presStyleCnt="0">
        <dgm:presLayoutVars>
          <dgm:animLvl val="lvl"/>
          <dgm:resizeHandles val="exact"/>
        </dgm:presLayoutVars>
      </dgm:prSet>
      <dgm:spPr/>
    </dgm:pt>
    <dgm:pt modelId="{7872F2FF-BC51-47D8-8C00-221A515C01E1}" type="pres">
      <dgm:prSet presAssocID="{0B8FBAC3-81CA-4AAD-957D-33ED33403E6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0EC4A52-1637-46AF-844E-41597EA2A444}" type="pres">
      <dgm:prSet presAssocID="{4233214F-6CF2-4C03-97B3-F0FAD772B5E5}" presName="spacer" presStyleCnt="0"/>
      <dgm:spPr/>
    </dgm:pt>
    <dgm:pt modelId="{2EA65461-BAD9-41B7-ADBE-9ACFB458E748}" type="pres">
      <dgm:prSet presAssocID="{3F3C96F3-73B2-4ABB-AF5F-7B934C629FD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253F26-6843-4DEB-A6FE-76663D67E5C7}" type="pres">
      <dgm:prSet presAssocID="{E20822F5-1033-42D2-8563-81609ACFED1E}" presName="spacer" presStyleCnt="0"/>
      <dgm:spPr/>
    </dgm:pt>
    <dgm:pt modelId="{A415C67A-7F10-4A25-A87D-8FCCC998B1AB}" type="pres">
      <dgm:prSet presAssocID="{3D9B038C-5DEC-4246-A12C-0E1714F139D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6705107-2752-4ECE-9C92-3DE94A9EB0AD}" type="presOf" srcId="{485B1A68-688F-4E5D-B3CC-DEF8BC0FD0A2}" destId="{8CB16905-6E3B-4A69-81A3-037A452BDBB8}" srcOrd="0" destOrd="0" presId="urn:microsoft.com/office/officeart/2005/8/layout/vList2"/>
    <dgm:cxn modelId="{DAE0883F-B10F-4CAE-8314-F8086815F644}" srcId="{485B1A68-688F-4E5D-B3CC-DEF8BC0FD0A2}" destId="{0B8FBAC3-81CA-4AAD-957D-33ED33403E6F}" srcOrd="0" destOrd="0" parTransId="{6C88F147-BDDE-4B89-81DC-93F10F911EB8}" sibTransId="{4233214F-6CF2-4C03-97B3-F0FAD772B5E5}"/>
    <dgm:cxn modelId="{50B9F547-6458-4B42-9C21-5814D115B1FE}" type="presOf" srcId="{3F3C96F3-73B2-4ABB-AF5F-7B934C629FDC}" destId="{2EA65461-BAD9-41B7-ADBE-9ACFB458E748}" srcOrd="0" destOrd="0" presId="urn:microsoft.com/office/officeart/2005/8/layout/vList2"/>
    <dgm:cxn modelId="{04061770-4457-499C-9966-D22FAEEFDC8B}" srcId="{485B1A68-688F-4E5D-B3CC-DEF8BC0FD0A2}" destId="{3F3C96F3-73B2-4ABB-AF5F-7B934C629FDC}" srcOrd="1" destOrd="0" parTransId="{A6F9DE61-7D8A-45E8-AF2B-1F78176AE696}" sibTransId="{E20822F5-1033-42D2-8563-81609ACFED1E}"/>
    <dgm:cxn modelId="{6DDB09E5-AC67-4471-9D4D-E68239A95357}" srcId="{485B1A68-688F-4E5D-B3CC-DEF8BC0FD0A2}" destId="{3D9B038C-5DEC-4246-A12C-0E1714F139D4}" srcOrd="2" destOrd="0" parTransId="{E83D485B-E808-4F08-B72D-F25A0DA4B766}" sibTransId="{03451532-5349-4967-83C5-F12A0322C478}"/>
    <dgm:cxn modelId="{A692CEEB-6CD8-48FC-876A-1F6E7F746484}" type="presOf" srcId="{3D9B038C-5DEC-4246-A12C-0E1714F139D4}" destId="{A415C67A-7F10-4A25-A87D-8FCCC998B1AB}" srcOrd="0" destOrd="0" presId="urn:microsoft.com/office/officeart/2005/8/layout/vList2"/>
    <dgm:cxn modelId="{26D03FF9-74F4-4A1F-ABAA-21C4FE976FA2}" type="presOf" srcId="{0B8FBAC3-81CA-4AAD-957D-33ED33403E6F}" destId="{7872F2FF-BC51-47D8-8C00-221A515C01E1}" srcOrd="0" destOrd="0" presId="urn:microsoft.com/office/officeart/2005/8/layout/vList2"/>
    <dgm:cxn modelId="{7DF5DE46-8D0D-4956-8B85-F08593050280}" type="presParOf" srcId="{8CB16905-6E3B-4A69-81A3-037A452BDBB8}" destId="{7872F2FF-BC51-47D8-8C00-221A515C01E1}" srcOrd="0" destOrd="0" presId="urn:microsoft.com/office/officeart/2005/8/layout/vList2"/>
    <dgm:cxn modelId="{214CA1AF-1544-4E84-919F-C9BE8EE2E37C}" type="presParOf" srcId="{8CB16905-6E3B-4A69-81A3-037A452BDBB8}" destId="{00EC4A52-1637-46AF-844E-41597EA2A444}" srcOrd="1" destOrd="0" presId="urn:microsoft.com/office/officeart/2005/8/layout/vList2"/>
    <dgm:cxn modelId="{1EA6807E-DF04-45AD-BB87-B46809066997}" type="presParOf" srcId="{8CB16905-6E3B-4A69-81A3-037A452BDBB8}" destId="{2EA65461-BAD9-41B7-ADBE-9ACFB458E748}" srcOrd="2" destOrd="0" presId="urn:microsoft.com/office/officeart/2005/8/layout/vList2"/>
    <dgm:cxn modelId="{10EC7E37-8385-42AB-859E-28BA74B75B11}" type="presParOf" srcId="{8CB16905-6E3B-4A69-81A3-037A452BDBB8}" destId="{74253F26-6843-4DEB-A6FE-76663D67E5C7}" srcOrd="3" destOrd="0" presId="urn:microsoft.com/office/officeart/2005/8/layout/vList2"/>
    <dgm:cxn modelId="{1FDC49B8-5A79-43F5-800A-A37679CE5500}" type="presParOf" srcId="{8CB16905-6E3B-4A69-81A3-037A452BDBB8}" destId="{A415C67A-7F10-4A25-A87D-8FCCC998B1A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02AE2A-116B-4705-A759-BAA85C2979A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9561C2C-96AB-42F3-9736-6FEE10A9F986}">
      <dgm:prSet/>
      <dgm:spPr/>
      <dgm:t>
        <a:bodyPr/>
        <a:lstStyle/>
        <a:p>
          <a:r>
            <a:rPr lang="en-US" b="1" i="0" baseline="0"/>
            <a:t>Sanza</a:t>
          </a:r>
          <a:r>
            <a:rPr lang="en-US" b="0" i="0" baseline="0"/>
            <a:t>: leases model farms, supplies inputs, produces compost, aggregates produce and manages market access.</a:t>
          </a:r>
          <a:endParaRPr lang="en-US"/>
        </a:p>
      </dgm:t>
    </dgm:pt>
    <dgm:pt modelId="{00A0B1FB-04B9-40D1-81CF-685AFC589556}" type="parTrans" cxnId="{42017B41-A0BF-4F95-9493-CA41FAF683D3}">
      <dgm:prSet/>
      <dgm:spPr/>
      <dgm:t>
        <a:bodyPr/>
        <a:lstStyle/>
        <a:p>
          <a:endParaRPr lang="en-US"/>
        </a:p>
      </dgm:t>
    </dgm:pt>
    <dgm:pt modelId="{B296CDDE-971F-4537-87BC-BAA6BBFD04B5}" type="sibTrans" cxnId="{42017B41-A0BF-4F95-9493-CA41FAF683D3}">
      <dgm:prSet/>
      <dgm:spPr/>
      <dgm:t>
        <a:bodyPr/>
        <a:lstStyle/>
        <a:p>
          <a:endParaRPr lang="en-US"/>
        </a:p>
      </dgm:t>
    </dgm:pt>
    <dgm:pt modelId="{2721C868-7562-46A1-9627-2B7A3021D7F0}">
      <dgm:prSet/>
      <dgm:spPr/>
      <dgm:t>
        <a:bodyPr/>
        <a:lstStyle/>
        <a:p>
          <a:r>
            <a:rPr lang="en-US" b="1" i="0" baseline="0"/>
            <a:t>AAYWA</a:t>
          </a:r>
          <a:r>
            <a:rPr lang="en-US" b="0" i="0" baseline="0"/>
            <a:t>: mobilizes cohorts, forms VSLAs, delivers gender‑sensitive facilitation and supports governance.</a:t>
          </a:r>
          <a:endParaRPr lang="en-US"/>
        </a:p>
      </dgm:t>
    </dgm:pt>
    <dgm:pt modelId="{956B91D0-DAB6-4E82-B441-C77937A99F02}" type="parTrans" cxnId="{5B3268F3-27D4-4B32-AA09-CB9CDF6A0BA7}">
      <dgm:prSet/>
      <dgm:spPr/>
      <dgm:t>
        <a:bodyPr/>
        <a:lstStyle/>
        <a:p>
          <a:endParaRPr lang="en-US"/>
        </a:p>
      </dgm:t>
    </dgm:pt>
    <dgm:pt modelId="{B409039F-6003-4340-914C-F2D1A33AB39B}" type="sibTrans" cxnId="{5B3268F3-27D4-4B32-AA09-CB9CDF6A0BA7}">
      <dgm:prSet/>
      <dgm:spPr/>
      <dgm:t>
        <a:bodyPr/>
        <a:lstStyle/>
        <a:p>
          <a:endParaRPr lang="en-US"/>
        </a:p>
      </dgm:t>
    </dgm:pt>
    <dgm:pt modelId="{8265C67E-F57D-4B37-B0A5-A28C1116176C}">
      <dgm:prSet/>
      <dgm:spPr/>
      <dgm:t>
        <a:bodyPr/>
        <a:lstStyle/>
        <a:p>
          <a:r>
            <a:rPr lang="en-US" b="1" i="0" baseline="0"/>
            <a:t>Financial mechanics:</a:t>
          </a:r>
          <a:r>
            <a:rPr lang="en-US" b="0" i="0" baseline="0"/>
            <a:t> inputs invoiced and repaid at sale; net proceeds split </a:t>
          </a:r>
          <a:r>
            <a:rPr lang="en-US" b="1" i="0" baseline="0"/>
            <a:t>50/50</a:t>
          </a:r>
          <a:r>
            <a:rPr lang="en-US" b="0" i="0" baseline="0"/>
            <a:t> between farmers and Sanza.</a:t>
          </a:r>
          <a:endParaRPr lang="en-US"/>
        </a:p>
      </dgm:t>
    </dgm:pt>
    <dgm:pt modelId="{F7BB7DDB-B99E-4EDE-BD61-972C3432EF29}" type="parTrans" cxnId="{B57A2F2E-484C-4C46-BFEC-C25BF9492B91}">
      <dgm:prSet/>
      <dgm:spPr/>
      <dgm:t>
        <a:bodyPr/>
        <a:lstStyle/>
        <a:p>
          <a:endParaRPr lang="en-US"/>
        </a:p>
      </dgm:t>
    </dgm:pt>
    <dgm:pt modelId="{E782FC47-FA1B-4BEF-9734-B97D078F6627}" type="sibTrans" cxnId="{B57A2F2E-484C-4C46-BFEC-C25BF9492B91}">
      <dgm:prSet/>
      <dgm:spPr/>
      <dgm:t>
        <a:bodyPr/>
        <a:lstStyle/>
        <a:p>
          <a:endParaRPr lang="en-US"/>
        </a:p>
      </dgm:t>
    </dgm:pt>
    <dgm:pt modelId="{A653FE88-0EFF-4A17-9C33-BE253AD2A924}">
      <dgm:prSet/>
      <dgm:spPr/>
      <dgm:t>
        <a:bodyPr/>
        <a:lstStyle/>
        <a:p>
          <a:r>
            <a:rPr lang="en-US" b="0" i="0" baseline="0"/>
            <a:t>Compost enterprise sells surplus to third parties and reinvests revenue</a:t>
          </a:r>
          <a:endParaRPr lang="en-US"/>
        </a:p>
      </dgm:t>
    </dgm:pt>
    <dgm:pt modelId="{C70CC7DC-F68F-47C0-8699-39A3F4641346}" type="parTrans" cxnId="{CFD4E10E-E1CA-4D4D-9731-D28CAD6375FD}">
      <dgm:prSet/>
      <dgm:spPr/>
      <dgm:t>
        <a:bodyPr/>
        <a:lstStyle/>
        <a:p>
          <a:endParaRPr lang="en-US"/>
        </a:p>
      </dgm:t>
    </dgm:pt>
    <dgm:pt modelId="{AC22B23E-817C-4B1E-8418-24B19E780E9E}" type="sibTrans" cxnId="{CFD4E10E-E1CA-4D4D-9731-D28CAD6375FD}">
      <dgm:prSet/>
      <dgm:spPr/>
      <dgm:t>
        <a:bodyPr/>
        <a:lstStyle/>
        <a:p>
          <a:endParaRPr lang="en-US"/>
        </a:p>
      </dgm:t>
    </dgm:pt>
    <dgm:pt modelId="{77C95E51-D42E-4EEB-9134-60A201C374E2}" type="pres">
      <dgm:prSet presAssocID="{3102AE2A-116B-4705-A759-BAA85C2979A4}" presName="root" presStyleCnt="0">
        <dgm:presLayoutVars>
          <dgm:dir/>
          <dgm:resizeHandles val="exact"/>
        </dgm:presLayoutVars>
      </dgm:prSet>
      <dgm:spPr/>
    </dgm:pt>
    <dgm:pt modelId="{E96F5E20-497D-49C6-9E25-A3198610F629}" type="pres">
      <dgm:prSet presAssocID="{F9561C2C-96AB-42F3-9736-6FEE10A9F986}" presName="compNode" presStyleCnt="0"/>
      <dgm:spPr/>
    </dgm:pt>
    <dgm:pt modelId="{705F6240-32F8-401E-A451-0B172D50AFF3}" type="pres">
      <dgm:prSet presAssocID="{F9561C2C-96AB-42F3-9736-6FEE10A9F986}" presName="bgRect" presStyleLbl="bgShp" presStyleIdx="0" presStyleCnt="4"/>
      <dgm:spPr/>
    </dgm:pt>
    <dgm:pt modelId="{E62A7F3C-4AFA-4549-BBE7-A7FC79180DBF}" type="pres">
      <dgm:prSet presAssocID="{F9561C2C-96AB-42F3-9736-6FEE10A9F9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99CCF895-360D-41AF-8531-98E072D71BDC}" type="pres">
      <dgm:prSet presAssocID="{F9561C2C-96AB-42F3-9736-6FEE10A9F986}" presName="spaceRect" presStyleCnt="0"/>
      <dgm:spPr/>
    </dgm:pt>
    <dgm:pt modelId="{F3AD5E91-7894-4833-B5F9-D2978DA2E7FD}" type="pres">
      <dgm:prSet presAssocID="{F9561C2C-96AB-42F3-9736-6FEE10A9F986}" presName="parTx" presStyleLbl="revTx" presStyleIdx="0" presStyleCnt="4">
        <dgm:presLayoutVars>
          <dgm:chMax val="0"/>
          <dgm:chPref val="0"/>
        </dgm:presLayoutVars>
      </dgm:prSet>
      <dgm:spPr/>
    </dgm:pt>
    <dgm:pt modelId="{2928505C-57CC-497F-9F60-2046CFAFF61C}" type="pres">
      <dgm:prSet presAssocID="{B296CDDE-971F-4537-87BC-BAA6BBFD04B5}" presName="sibTrans" presStyleCnt="0"/>
      <dgm:spPr/>
    </dgm:pt>
    <dgm:pt modelId="{DF951810-A7EB-4C76-A659-A847E4EFCD5D}" type="pres">
      <dgm:prSet presAssocID="{2721C868-7562-46A1-9627-2B7A3021D7F0}" presName="compNode" presStyleCnt="0"/>
      <dgm:spPr/>
    </dgm:pt>
    <dgm:pt modelId="{66458AFC-63DC-4EF5-92C0-41555FB78878}" type="pres">
      <dgm:prSet presAssocID="{2721C868-7562-46A1-9627-2B7A3021D7F0}" presName="bgRect" presStyleLbl="bgShp" presStyleIdx="1" presStyleCnt="4"/>
      <dgm:spPr/>
    </dgm:pt>
    <dgm:pt modelId="{E78E56A3-77ED-4743-A271-3FE2F470F9DD}" type="pres">
      <dgm:prSet presAssocID="{2721C868-7562-46A1-9627-2B7A3021D7F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FA0E53C5-2078-4EAD-850D-CE51DE0C40A4}" type="pres">
      <dgm:prSet presAssocID="{2721C868-7562-46A1-9627-2B7A3021D7F0}" presName="spaceRect" presStyleCnt="0"/>
      <dgm:spPr/>
    </dgm:pt>
    <dgm:pt modelId="{E7074648-D61E-46D5-90C1-5A8AC480492E}" type="pres">
      <dgm:prSet presAssocID="{2721C868-7562-46A1-9627-2B7A3021D7F0}" presName="parTx" presStyleLbl="revTx" presStyleIdx="1" presStyleCnt="4">
        <dgm:presLayoutVars>
          <dgm:chMax val="0"/>
          <dgm:chPref val="0"/>
        </dgm:presLayoutVars>
      </dgm:prSet>
      <dgm:spPr/>
    </dgm:pt>
    <dgm:pt modelId="{5A775796-811A-4836-BBD8-4316259752BA}" type="pres">
      <dgm:prSet presAssocID="{B409039F-6003-4340-914C-F2D1A33AB39B}" presName="sibTrans" presStyleCnt="0"/>
      <dgm:spPr/>
    </dgm:pt>
    <dgm:pt modelId="{86A249B3-D10D-4829-BA1C-EB8278F7035B}" type="pres">
      <dgm:prSet presAssocID="{8265C67E-F57D-4B37-B0A5-A28C1116176C}" presName="compNode" presStyleCnt="0"/>
      <dgm:spPr/>
    </dgm:pt>
    <dgm:pt modelId="{05C41F2C-C497-419A-9966-4DD866BFEE8A}" type="pres">
      <dgm:prSet presAssocID="{8265C67E-F57D-4B37-B0A5-A28C1116176C}" presName="bgRect" presStyleLbl="bgShp" presStyleIdx="2" presStyleCnt="4"/>
      <dgm:spPr/>
    </dgm:pt>
    <dgm:pt modelId="{9D1FD5AF-B07D-4677-A187-A086E27E876B}" type="pres">
      <dgm:prSet presAssocID="{8265C67E-F57D-4B37-B0A5-A28C1116176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C185A927-66C4-4DF4-A230-550A99EAB7D6}" type="pres">
      <dgm:prSet presAssocID="{8265C67E-F57D-4B37-B0A5-A28C1116176C}" presName="spaceRect" presStyleCnt="0"/>
      <dgm:spPr/>
    </dgm:pt>
    <dgm:pt modelId="{F4C3A39E-A1CC-472A-BAE4-5272D0A6A571}" type="pres">
      <dgm:prSet presAssocID="{8265C67E-F57D-4B37-B0A5-A28C1116176C}" presName="parTx" presStyleLbl="revTx" presStyleIdx="2" presStyleCnt="4">
        <dgm:presLayoutVars>
          <dgm:chMax val="0"/>
          <dgm:chPref val="0"/>
        </dgm:presLayoutVars>
      </dgm:prSet>
      <dgm:spPr/>
    </dgm:pt>
    <dgm:pt modelId="{6B159C7D-1D8B-41F2-B676-FB585355BFEE}" type="pres">
      <dgm:prSet presAssocID="{E782FC47-FA1B-4BEF-9734-B97D078F6627}" presName="sibTrans" presStyleCnt="0"/>
      <dgm:spPr/>
    </dgm:pt>
    <dgm:pt modelId="{6DB72141-19C2-4ED7-BDFF-1D72A754ABED}" type="pres">
      <dgm:prSet presAssocID="{A653FE88-0EFF-4A17-9C33-BE253AD2A924}" presName="compNode" presStyleCnt="0"/>
      <dgm:spPr/>
    </dgm:pt>
    <dgm:pt modelId="{884BD029-4CCC-472A-8BF1-6D43065566FC}" type="pres">
      <dgm:prSet presAssocID="{A653FE88-0EFF-4A17-9C33-BE253AD2A924}" presName="bgRect" presStyleLbl="bgShp" presStyleIdx="3" presStyleCnt="4"/>
      <dgm:spPr/>
    </dgm:pt>
    <dgm:pt modelId="{40B140E8-5C9A-4BAC-9627-CFA1577F1279}" type="pres">
      <dgm:prSet presAssocID="{A653FE88-0EFF-4A17-9C33-BE253AD2A92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7DCD7419-CE9D-4AE9-8670-9238CAA04B83}" type="pres">
      <dgm:prSet presAssocID="{A653FE88-0EFF-4A17-9C33-BE253AD2A924}" presName="spaceRect" presStyleCnt="0"/>
      <dgm:spPr/>
    </dgm:pt>
    <dgm:pt modelId="{ADA7FF5E-0B70-45DA-899E-85805991D155}" type="pres">
      <dgm:prSet presAssocID="{A653FE88-0EFF-4A17-9C33-BE253AD2A92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FD4E10E-E1CA-4D4D-9731-D28CAD6375FD}" srcId="{3102AE2A-116B-4705-A759-BAA85C2979A4}" destId="{A653FE88-0EFF-4A17-9C33-BE253AD2A924}" srcOrd="3" destOrd="0" parTransId="{C70CC7DC-F68F-47C0-8699-39A3F4641346}" sibTransId="{AC22B23E-817C-4B1E-8418-24B19E780E9E}"/>
    <dgm:cxn modelId="{B57A2F2E-484C-4C46-BFEC-C25BF9492B91}" srcId="{3102AE2A-116B-4705-A759-BAA85C2979A4}" destId="{8265C67E-F57D-4B37-B0A5-A28C1116176C}" srcOrd="2" destOrd="0" parTransId="{F7BB7DDB-B99E-4EDE-BD61-972C3432EF29}" sibTransId="{E782FC47-FA1B-4BEF-9734-B97D078F6627}"/>
    <dgm:cxn modelId="{80022634-4090-4637-B01F-0982622A05E1}" type="presOf" srcId="{2721C868-7562-46A1-9627-2B7A3021D7F0}" destId="{E7074648-D61E-46D5-90C1-5A8AC480492E}" srcOrd="0" destOrd="0" presId="urn:microsoft.com/office/officeart/2018/2/layout/IconVerticalSolidList"/>
    <dgm:cxn modelId="{42017B41-A0BF-4F95-9493-CA41FAF683D3}" srcId="{3102AE2A-116B-4705-A759-BAA85C2979A4}" destId="{F9561C2C-96AB-42F3-9736-6FEE10A9F986}" srcOrd="0" destOrd="0" parTransId="{00A0B1FB-04B9-40D1-81CF-685AFC589556}" sibTransId="{B296CDDE-971F-4537-87BC-BAA6BBFD04B5}"/>
    <dgm:cxn modelId="{BC871E4F-603C-4941-998F-303319107631}" type="presOf" srcId="{F9561C2C-96AB-42F3-9736-6FEE10A9F986}" destId="{F3AD5E91-7894-4833-B5F9-D2978DA2E7FD}" srcOrd="0" destOrd="0" presId="urn:microsoft.com/office/officeart/2018/2/layout/IconVerticalSolidList"/>
    <dgm:cxn modelId="{8D0BD884-9868-44AF-BF9B-5F8206BA2CA3}" type="presOf" srcId="{8265C67E-F57D-4B37-B0A5-A28C1116176C}" destId="{F4C3A39E-A1CC-472A-BAE4-5272D0A6A571}" srcOrd="0" destOrd="0" presId="urn:microsoft.com/office/officeart/2018/2/layout/IconVerticalSolidList"/>
    <dgm:cxn modelId="{63C0B499-0A26-48C1-9290-FD334842EA47}" type="presOf" srcId="{A653FE88-0EFF-4A17-9C33-BE253AD2A924}" destId="{ADA7FF5E-0B70-45DA-899E-85805991D155}" srcOrd="0" destOrd="0" presId="urn:microsoft.com/office/officeart/2018/2/layout/IconVerticalSolidList"/>
    <dgm:cxn modelId="{EEEBE19A-A0F9-4403-B95D-4E76494DDE32}" type="presOf" srcId="{3102AE2A-116B-4705-A759-BAA85C2979A4}" destId="{77C95E51-D42E-4EEB-9134-60A201C374E2}" srcOrd="0" destOrd="0" presId="urn:microsoft.com/office/officeart/2018/2/layout/IconVerticalSolidList"/>
    <dgm:cxn modelId="{5B3268F3-27D4-4B32-AA09-CB9CDF6A0BA7}" srcId="{3102AE2A-116B-4705-A759-BAA85C2979A4}" destId="{2721C868-7562-46A1-9627-2B7A3021D7F0}" srcOrd="1" destOrd="0" parTransId="{956B91D0-DAB6-4E82-B441-C77937A99F02}" sibTransId="{B409039F-6003-4340-914C-F2D1A33AB39B}"/>
    <dgm:cxn modelId="{FFA5702F-FFE2-46A4-8424-AA764E72D810}" type="presParOf" srcId="{77C95E51-D42E-4EEB-9134-60A201C374E2}" destId="{E96F5E20-497D-49C6-9E25-A3198610F629}" srcOrd="0" destOrd="0" presId="urn:microsoft.com/office/officeart/2018/2/layout/IconVerticalSolidList"/>
    <dgm:cxn modelId="{B9F590CF-4732-4810-85B6-B70DA71AEACA}" type="presParOf" srcId="{E96F5E20-497D-49C6-9E25-A3198610F629}" destId="{705F6240-32F8-401E-A451-0B172D50AFF3}" srcOrd="0" destOrd="0" presId="urn:microsoft.com/office/officeart/2018/2/layout/IconVerticalSolidList"/>
    <dgm:cxn modelId="{37BFEDA2-7D84-43D9-995A-B0FA9ED3CB08}" type="presParOf" srcId="{E96F5E20-497D-49C6-9E25-A3198610F629}" destId="{E62A7F3C-4AFA-4549-BBE7-A7FC79180DBF}" srcOrd="1" destOrd="0" presId="urn:microsoft.com/office/officeart/2018/2/layout/IconVerticalSolidList"/>
    <dgm:cxn modelId="{FC34BB36-D751-4520-8E62-BCCCC91CD373}" type="presParOf" srcId="{E96F5E20-497D-49C6-9E25-A3198610F629}" destId="{99CCF895-360D-41AF-8531-98E072D71BDC}" srcOrd="2" destOrd="0" presId="urn:microsoft.com/office/officeart/2018/2/layout/IconVerticalSolidList"/>
    <dgm:cxn modelId="{136F3022-E769-4479-A44E-AAA4C94E3B4D}" type="presParOf" srcId="{E96F5E20-497D-49C6-9E25-A3198610F629}" destId="{F3AD5E91-7894-4833-B5F9-D2978DA2E7FD}" srcOrd="3" destOrd="0" presId="urn:microsoft.com/office/officeart/2018/2/layout/IconVerticalSolidList"/>
    <dgm:cxn modelId="{CD5EE49A-31FF-4E4A-A331-6D3249CFD5A7}" type="presParOf" srcId="{77C95E51-D42E-4EEB-9134-60A201C374E2}" destId="{2928505C-57CC-497F-9F60-2046CFAFF61C}" srcOrd="1" destOrd="0" presId="urn:microsoft.com/office/officeart/2018/2/layout/IconVerticalSolidList"/>
    <dgm:cxn modelId="{78B0E26C-9E77-4B9A-96E7-54CEA0C7F7C2}" type="presParOf" srcId="{77C95E51-D42E-4EEB-9134-60A201C374E2}" destId="{DF951810-A7EB-4C76-A659-A847E4EFCD5D}" srcOrd="2" destOrd="0" presId="urn:microsoft.com/office/officeart/2018/2/layout/IconVerticalSolidList"/>
    <dgm:cxn modelId="{7187AC42-9540-4944-92B9-6B6F6B127098}" type="presParOf" srcId="{DF951810-A7EB-4C76-A659-A847E4EFCD5D}" destId="{66458AFC-63DC-4EF5-92C0-41555FB78878}" srcOrd="0" destOrd="0" presId="urn:microsoft.com/office/officeart/2018/2/layout/IconVerticalSolidList"/>
    <dgm:cxn modelId="{7E61E7C8-D7C2-4EA2-9215-48B226778378}" type="presParOf" srcId="{DF951810-A7EB-4C76-A659-A847E4EFCD5D}" destId="{E78E56A3-77ED-4743-A271-3FE2F470F9DD}" srcOrd="1" destOrd="0" presId="urn:microsoft.com/office/officeart/2018/2/layout/IconVerticalSolidList"/>
    <dgm:cxn modelId="{88EFE03B-B4BC-4772-B857-D9931C06F04F}" type="presParOf" srcId="{DF951810-A7EB-4C76-A659-A847E4EFCD5D}" destId="{FA0E53C5-2078-4EAD-850D-CE51DE0C40A4}" srcOrd="2" destOrd="0" presId="urn:microsoft.com/office/officeart/2018/2/layout/IconVerticalSolidList"/>
    <dgm:cxn modelId="{66E6C2F7-7A73-4488-9E02-52EC44D20EA3}" type="presParOf" srcId="{DF951810-A7EB-4C76-A659-A847E4EFCD5D}" destId="{E7074648-D61E-46D5-90C1-5A8AC480492E}" srcOrd="3" destOrd="0" presId="urn:microsoft.com/office/officeart/2018/2/layout/IconVerticalSolidList"/>
    <dgm:cxn modelId="{5629CBC6-4AE0-4189-BFF3-B1A504D08E24}" type="presParOf" srcId="{77C95E51-D42E-4EEB-9134-60A201C374E2}" destId="{5A775796-811A-4836-BBD8-4316259752BA}" srcOrd="3" destOrd="0" presId="urn:microsoft.com/office/officeart/2018/2/layout/IconVerticalSolidList"/>
    <dgm:cxn modelId="{4387DF85-5F0E-4A7F-A955-9D4750D73A02}" type="presParOf" srcId="{77C95E51-D42E-4EEB-9134-60A201C374E2}" destId="{86A249B3-D10D-4829-BA1C-EB8278F7035B}" srcOrd="4" destOrd="0" presId="urn:microsoft.com/office/officeart/2018/2/layout/IconVerticalSolidList"/>
    <dgm:cxn modelId="{22832B73-69D2-4D70-9541-60C6E32D88D1}" type="presParOf" srcId="{86A249B3-D10D-4829-BA1C-EB8278F7035B}" destId="{05C41F2C-C497-419A-9966-4DD866BFEE8A}" srcOrd="0" destOrd="0" presId="urn:microsoft.com/office/officeart/2018/2/layout/IconVerticalSolidList"/>
    <dgm:cxn modelId="{D6CADF85-EAA9-45A6-B760-E35F2431F2E1}" type="presParOf" srcId="{86A249B3-D10D-4829-BA1C-EB8278F7035B}" destId="{9D1FD5AF-B07D-4677-A187-A086E27E876B}" srcOrd="1" destOrd="0" presId="urn:microsoft.com/office/officeart/2018/2/layout/IconVerticalSolidList"/>
    <dgm:cxn modelId="{AC195294-5025-492F-BE51-8999C71B9748}" type="presParOf" srcId="{86A249B3-D10D-4829-BA1C-EB8278F7035B}" destId="{C185A927-66C4-4DF4-A230-550A99EAB7D6}" srcOrd="2" destOrd="0" presId="urn:microsoft.com/office/officeart/2018/2/layout/IconVerticalSolidList"/>
    <dgm:cxn modelId="{961DDD7F-7266-4122-B65B-45DBEED0DD71}" type="presParOf" srcId="{86A249B3-D10D-4829-BA1C-EB8278F7035B}" destId="{F4C3A39E-A1CC-472A-BAE4-5272D0A6A571}" srcOrd="3" destOrd="0" presId="urn:microsoft.com/office/officeart/2018/2/layout/IconVerticalSolidList"/>
    <dgm:cxn modelId="{B494B705-5C89-4963-905C-13E477808B95}" type="presParOf" srcId="{77C95E51-D42E-4EEB-9134-60A201C374E2}" destId="{6B159C7D-1D8B-41F2-B676-FB585355BFEE}" srcOrd="5" destOrd="0" presId="urn:microsoft.com/office/officeart/2018/2/layout/IconVerticalSolidList"/>
    <dgm:cxn modelId="{9E3D126B-1473-4371-B7C2-AAFCAC298366}" type="presParOf" srcId="{77C95E51-D42E-4EEB-9134-60A201C374E2}" destId="{6DB72141-19C2-4ED7-BDFF-1D72A754ABED}" srcOrd="6" destOrd="0" presId="urn:microsoft.com/office/officeart/2018/2/layout/IconVerticalSolidList"/>
    <dgm:cxn modelId="{CEAA76DD-97FB-41EC-8598-194404C7185E}" type="presParOf" srcId="{6DB72141-19C2-4ED7-BDFF-1D72A754ABED}" destId="{884BD029-4CCC-472A-8BF1-6D43065566FC}" srcOrd="0" destOrd="0" presId="urn:microsoft.com/office/officeart/2018/2/layout/IconVerticalSolidList"/>
    <dgm:cxn modelId="{D9766B02-D27A-4648-BF98-9E92D9581C09}" type="presParOf" srcId="{6DB72141-19C2-4ED7-BDFF-1D72A754ABED}" destId="{40B140E8-5C9A-4BAC-9627-CFA1577F1279}" srcOrd="1" destOrd="0" presId="urn:microsoft.com/office/officeart/2018/2/layout/IconVerticalSolidList"/>
    <dgm:cxn modelId="{C26811EF-ADC5-4E1A-B671-2FE94E48A395}" type="presParOf" srcId="{6DB72141-19C2-4ED7-BDFF-1D72A754ABED}" destId="{7DCD7419-CE9D-4AE9-8670-9238CAA04B83}" srcOrd="2" destOrd="0" presId="urn:microsoft.com/office/officeart/2018/2/layout/IconVerticalSolidList"/>
    <dgm:cxn modelId="{76014671-4B2D-466B-8418-C1707162176A}" type="presParOf" srcId="{6DB72141-19C2-4ED7-BDFF-1D72A754ABED}" destId="{ADA7FF5E-0B70-45DA-899E-85805991D1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22725D8-CB14-4A05-BBEF-EC8A1202F52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CE05D35-104E-46A8-A350-0000FBD454D9}">
      <dgm:prSet/>
      <dgm:spPr/>
      <dgm:t>
        <a:bodyPr/>
        <a:lstStyle/>
        <a:p>
          <a:r>
            <a:rPr lang="en-US" b="1" i="0" baseline="0"/>
            <a:t>Flowchart (textual):</a:t>
          </a:r>
          <a:r>
            <a:rPr lang="en-US" b="0" i="0" baseline="0"/>
            <a:t> Sanza leases farms → supplies organic fertilizer/seedlings/tools → cohorts produce → Sanza aggregates and sells → input invoices deducted at sale → net proceeds split 50/50.</a:t>
          </a:r>
          <a:endParaRPr lang="en-US"/>
        </a:p>
      </dgm:t>
    </dgm:pt>
    <dgm:pt modelId="{360202A9-9D2C-4A60-BAAE-42B5BC8614A8}" type="parTrans" cxnId="{1F7EB686-3CB6-4F60-BCFF-803EEF0A2946}">
      <dgm:prSet/>
      <dgm:spPr/>
      <dgm:t>
        <a:bodyPr/>
        <a:lstStyle/>
        <a:p>
          <a:endParaRPr lang="en-US"/>
        </a:p>
      </dgm:t>
    </dgm:pt>
    <dgm:pt modelId="{56F8A16B-398D-4D7A-9E76-F4A76488CAFE}" type="sibTrans" cxnId="{1F7EB686-3CB6-4F60-BCFF-803EEF0A2946}">
      <dgm:prSet/>
      <dgm:spPr/>
      <dgm:t>
        <a:bodyPr/>
        <a:lstStyle/>
        <a:p>
          <a:endParaRPr lang="en-US"/>
        </a:p>
      </dgm:t>
    </dgm:pt>
    <dgm:pt modelId="{884427E0-84F8-40A8-8FEA-04D112FEA015}">
      <dgm:prSet/>
      <dgm:spPr/>
      <dgm:t>
        <a:bodyPr/>
        <a:lstStyle/>
        <a:p>
          <a:r>
            <a:rPr lang="en-US" b="1" i="0" baseline="0"/>
            <a:t>Example input cost table (one line per cell):</a:t>
          </a:r>
          <a:r>
            <a:rPr lang="en-US" b="0" i="0" baseline="0"/>
            <a:t> Organic fertilizer; Seedlings; Tools &amp; services; Invoiced and deducted at sale.</a:t>
          </a:r>
          <a:endParaRPr lang="en-US"/>
        </a:p>
      </dgm:t>
    </dgm:pt>
    <dgm:pt modelId="{59B9DAB1-F00D-48D0-A38D-A0F07834DC37}" type="parTrans" cxnId="{C04241F5-1866-44E7-B3AE-A3807B024093}">
      <dgm:prSet/>
      <dgm:spPr/>
      <dgm:t>
        <a:bodyPr/>
        <a:lstStyle/>
        <a:p>
          <a:endParaRPr lang="en-US"/>
        </a:p>
      </dgm:t>
    </dgm:pt>
    <dgm:pt modelId="{8238AFAF-0EED-45F9-9138-6A8095D3E1D6}" type="sibTrans" cxnId="{C04241F5-1866-44E7-B3AE-A3807B024093}">
      <dgm:prSet/>
      <dgm:spPr/>
      <dgm:t>
        <a:bodyPr/>
        <a:lstStyle/>
        <a:p>
          <a:endParaRPr lang="en-US"/>
        </a:p>
      </dgm:t>
    </dgm:pt>
    <dgm:pt modelId="{B9737979-562D-4705-9703-9F816A055C22}" type="pres">
      <dgm:prSet presAssocID="{E22725D8-CB14-4A05-BBEF-EC8A1202F525}" presName="root" presStyleCnt="0">
        <dgm:presLayoutVars>
          <dgm:dir/>
          <dgm:resizeHandles val="exact"/>
        </dgm:presLayoutVars>
      </dgm:prSet>
      <dgm:spPr/>
    </dgm:pt>
    <dgm:pt modelId="{70D86DE6-575B-49E7-8D59-9E06369CFDB9}" type="pres">
      <dgm:prSet presAssocID="{FCE05D35-104E-46A8-A350-0000FBD454D9}" presName="compNode" presStyleCnt="0"/>
      <dgm:spPr/>
    </dgm:pt>
    <dgm:pt modelId="{853D1465-6A1C-4033-BD35-EFF8FA98EA75}" type="pres">
      <dgm:prSet presAssocID="{FCE05D35-104E-46A8-A350-0000FBD454D9}" presName="bgRect" presStyleLbl="bgShp" presStyleIdx="0" presStyleCnt="2"/>
      <dgm:spPr/>
    </dgm:pt>
    <dgm:pt modelId="{C91C8DE1-F623-4EA8-A4E8-3FB35FFA5E08}" type="pres">
      <dgm:prSet presAssocID="{FCE05D35-104E-46A8-A350-0000FBD454D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BA7AD83E-BA54-415A-8A17-D50F2138D5F3}" type="pres">
      <dgm:prSet presAssocID="{FCE05D35-104E-46A8-A350-0000FBD454D9}" presName="spaceRect" presStyleCnt="0"/>
      <dgm:spPr/>
    </dgm:pt>
    <dgm:pt modelId="{CCB16DC4-12D8-4E9D-8F8E-F0D78152D858}" type="pres">
      <dgm:prSet presAssocID="{FCE05D35-104E-46A8-A350-0000FBD454D9}" presName="parTx" presStyleLbl="revTx" presStyleIdx="0" presStyleCnt="2">
        <dgm:presLayoutVars>
          <dgm:chMax val="0"/>
          <dgm:chPref val="0"/>
        </dgm:presLayoutVars>
      </dgm:prSet>
      <dgm:spPr/>
    </dgm:pt>
    <dgm:pt modelId="{92513934-4FA8-4877-A339-E786C1B42E85}" type="pres">
      <dgm:prSet presAssocID="{56F8A16B-398D-4D7A-9E76-F4A76488CAFE}" presName="sibTrans" presStyleCnt="0"/>
      <dgm:spPr/>
    </dgm:pt>
    <dgm:pt modelId="{D3AF0058-66F7-47B0-97FE-24E36F2DADED}" type="pres">
      <dgm:prSet presAssocID="{884427E0-84F8-40A8-8FEA-04D112FEA015}" presName="compNode" presStyleCnt="0"/>
      <dgm:spPr/>
    </dgm:pt>
    <dgm:pt modelId="{F3722C70-F2AC-4BDA-A321-E4F804B72375}" type="pres">
      <dgm:prSet presAssocID="{884427E0-84F8-40A8-8FEA-04D112FEA015}" presName="bgRect" presStyleLbl="bgShp" presStyleIdx="1" presStyleCnt="2"/>
      <dgm:spPr/>
    </dgm:pt>
    <dgm:pt modelId="{FB4A3EEB-7706-4902-AE24-97353246B1CF}" type="pres">
      <dgm:prSet presAssocID="{884427E0-84F8-40A8-8FEA-04D112FEA015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Hand with Plant"/>
        </a:ext>
      </dgm:extLst>
    </dgm:pt>
    <dgm:pt modelId="{6A1E6963-AE0E-42AA-B306-71E8084FA456}" type="pres">
      <dgm:prSet presAssocID="{884427E0-84F8-40A8-8FEA-04D112FEA015}" presName="spaceRect" presStyleCnt="0"/>
      <dgm:spPr/>
    </dgm:pt>
    <dgm:pt modelId="{02FA11EE-7B38-45D4-8EE6-8B57B0542537}" type="pres">
      <dgm:prSet presAssocID="{884427E0-84F8-40A8-8FEA-04D112FEA01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8D188D4C-2A50-4BE2-81B9-CBDDBEED4671}" type="presOf" srcId="{E22725D8-CB14-4A05-BBEF-EC8A1202F525}" destId="{B9737979-562D-4705-9703-9F816A055C22}" srcOrd="0" destOrd="0" presId="urn:microsoft.com/office/officeart/2018/2/layout/IconVerticalSolidList"/>
    <dgm:cxn modelId="{C55BCB52-589D-4357-AFD8-B85E6153D099}" type="presOf" srcId="{FCE05D35-104E-46A8-A350-0000FBD454D9}" destId="{CCB16DC4-12D8-4E9D-8F8E-F0D78152D858}" srcOrd="0" destOrd="0" presId="urn:microsoft.com/office/officeart/2018/2/layout/IconVerticalSolidList"/>
    <dgm:cxn modelId="{1F7EB686-3CB6-4F60-BCFF-803EEF0A2946}" srcId="{E22725D8-CB14-4A05-BBEF-EC8A1202F525}" destId="{FCE05D35-104E-46A8-A350-0000FBD454D9}" srcOrd="0" destOrd="0" parTransId="{360202A9-9D2C-4A60-BAAE-42B5BC8614A8}" sibTransId="{56F8A16B-398D-4D7A-9E76-F4A76488CAFE}"/>
    <dgm:cxn modelId="{0506B2CD-708D-4934-A0F5-8CC7E9C4E4D7}" type="presOf" srcId="{884427E0-84F8-40A8-8FEA-04D112FEA015}" destId="{02FA11EE-7B38-45D4-8EE6-8B57B0542537}" srcOrd="0" destOrd="0" presId="urn:microsoft.com/office/officeart/2018/2/layout/IconVerticalSolidList"/>
    <dgm:cxn modelId="{C04241F5-1866-44E7-B3AE-A3807B024093}" srcId="{E22725D8-CB14-4A05-BBEF-EC8A1202F525}" destId="{884427E0-84F8-40A8-8FEA-04D112FEA015}" srcOrd="1" destOrd="0" parTransId="{59B9DAB1-F00D-48D0-A38D-A0F07834DC37}" sibTransId="{8238AFAF-0EED-45F9-9138-6A8095D3E1D6}"/>
    <dgm:cxn modelId="{03A11257-1893-4A43-9C58-D0DE4BD07D43}" type="presParOf" srcId="{B9737979-562D-4705-9703-9F816A055C22}" destId="{70D86DE6-575B-49E7-8D59-9E06369CFDB9}" srcOrd="0" destOrd="0" presId="urn:microsoft.com/office/officeart/2018/2/layout/IconVerticalSolidList"/>
    <dgm:cxn modelId="{49971A01-6A1D-457C-BE03-89BD26FDD60D}" type="presParOf" srcId="{70D86DE6-575B-49E7-8D59-9E06369CFDB9}" destId="{853D1465-6A1C-4033-BD35-EFF8FA98EA75}" srcOrd="0" destOrd="0" presId="urn:microsoft.com/office/officeart/2018/2/layout/IconVerticalSolidList"/>
    <dgm:cxn modelId="{90BCA689-D0A6-4ECD-A4EB-28951BCFD1C1}" type="presParOf" srcId="{70D86DE6-575B-49E7-8D59-9E06369CFDB9}" destId="{C91C8DE1-F623-4EA8-A4E8-3FB35FFA5E08}" srcOrd="1" destOrd="0" presId="urn:microsoft.com/office/officeart/2018/2/layout/IconVerticalSolidList"/>
    <dgm:cxn modelId="{83E1AF50-31A5-4239-90C5-0C594F53A035}" type="presParOf" srcId="{70D86DE6-575B-49E7-8D59-9E06369CFDB9}" destId="{BA7AD83E-BA54-415A-8A17-D50F2138D5F3}" srcOrd="2" destOrd="0" presId="urn:microsoft.com/office/officeart/2018/2/layout/IconVerticalSolidList"/>
    <dgm:cxn modelId="{C401C6AD-DB44-4CD8-8BF0-C804369D2C1B}" type="presParOf" srcId="{70D86DE6-575B-49E7-8D59-9E06369CFDB9}" destId="{CCB16DC4-12D8-4E9D-8F8E-F0D78152D858}" srcOrd="3" destOrd="0" presId="urn:microsoft.com/office/officeart/2018/2/layout/IconVerticalSolidList"/>
    <dgm:cxn modelId="{A579CC8F-DF9B-4D69-AB5C-59C87A28927A}" type="presParOf" srcId="{B9737979-562D-4705-9703-9F816A055C22}" destId="{92513934-4FA8-4877-A339-E786C1B42E85}" srcOrd="1" destOrd="0" presId="urn:microsoft.com/office/officeart/2018/2/layout/IconVerticalSolidList"/>
    <dgm:cxn modelId="{474FEC11-B3B7-4052-A798-8CA8848DDBBF}" type="presParOf" srcId="{B9737979-562D-4705-9703-9F816A055C22}" destId="{D3AF0058-66F7-47B0-97FE-24E36F2DADED}" srcOrd="2" destOrd="0" presId="urn:microsoft.com/office/officeart/2018/2/layout/IconVerticalSolidList"/>
    <dgm:cxn modelId="{9EB114CC-2912-4DF5-80B3-80BDA6B7BD23}" type="presParOf" srcId="{D3AF0058-66F7-47B0-97FE-24E36F2DADED}" destId="{F3722C70-F2AC-4BDA-A321-E4F804B72375}" srcOrd="0" destOrd="0" presId="urn:microsoft.com/office/officeart/2018/2/layout/IconVerticalSolidList"/>
    <dgm:cxn modelId="{D4D07AE1-DEAA-4B6D-9B2C-6A6FEEA5B21F}" type="presParOf" srcId="{D3AF0058-66F7-47B0-97FE-24E36F2DADED}" destId="{FB4A3EEB-7706-4902-AE24-97353246B1CF}" srcOrd="1" destOrd="0" presId="urn:microsoft.com/office/officeart/2018/2/layout/IconVerticalSolidList"/>
    <dgm:cxn modelId="{B4B01B4C-A874-4BC8-AC56-9FDB9D34CA17}" type="presParOf" srcId="{D3AF0058-66F7-47B0-97FE-24E36F2DADED}" destId="{6A1E6963-AE0E-42AA-B306-71E8084FA456}" srcOrd="2" destOrd="0" presId="urn:microsoft.com/office/officeart/2018/2/layout/IconVerticalSolidList"/>
    <dgm:cxn modelId="{DDDFEC7C-9221-4431-8E5D-4C78B0E1BF28}" type="presParOf" srcId="{D3AF0058-66F7-47B0-97FE-24E36F2DADED}" destId="{02FA11EE-7B38-45D4-8EE6-8B57B054253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215FF65-6E86-4D50-8DB7-12E788E8766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F6940262-3F9E-4AF9-B4CF-BB29E6A7D1B0}">
      <dgm:prSet/>
      <dgm:spPr/>
      <dgm:t>
        <a:bodyPr/>
        <a:lstStyle/>
        <a:p>
          <a:r>
            <a:rPr lang="en-US" b="0" i="0" baseline="0"/>
            <a:t>Centralized compost production unit ensures consistent quality and scale.</a:t>
          </a:r>
          <a:endParaRPr lang="en-US"/>
        </a:p>
      </dgm:t>
    </dgm:pt>
    <dgm:pt modelId="{FAB7DE73-7F01-4521-A82E-830420D387EC}" type="parTrans" cxnId="{3D48EF09-FBA3-45FE-89A2-F2197F65EB7D}">
      <dgm:prSet/>
      <dgm:spPr/>
      <dgm:t>
        <a:bodyPr/>
        <a:lstStyle/>
        <a:p>
          <a:endParaRPr lang="en-US"/>
        </a:p>
      </dgm:t>
    </dgm:pt>
    <dgm:pt modelId="{6FF99EFC-7611-4F50-BCA1-15E54B7AAB73}" type="sibTrans" cxnId="{3D48EF09-FBA3-45FE-89A2-F2197F65EB7D}">
      <dgm:prSet/>
      <dgm:spPr/>
      <dgm:t>
        <a:bodyPr/>
        <a:lstStyle/>
        <a:p>
          <a:endParaRPr lang="en-US"/>
        </a:p>
      </dgm:t>
    </dgm:pt>
    <dgm:pt modelId="{CAF2C5D5-5C13-4550-A371-E61525134CF1}">
      <dgm:prSet/>
      <dgm:spPr/>
      <dgm:t>
        <a:bodyPr/>
        <a:lstStyle/>
        <a:p>
          <a:r>
            <a:rPr lang="en-US" b="1" i="0" baseline="0"/>
            <a:t>Quality control:</a:t>
          </a:r>
          <a:r>
            <a:rPr lang="en-US" b="0" i="0" baseline="0"/>
            <a:t> batch testing for maturity, moisture and particle size; QA pass rate target </a:t>
          </a:r>
          <a:r>
            <a:rPr lang="en-US" b="1" i="0" baseline="0"/>
            <a:t>&gt;90%</a:t>
          </a:r>
          <a:r>
            <a:rPr lang="en-US" b="0" i="0" baseline="0"/>
            <a:t>.</a:t>
          </a:r>
          <a:endParaRPr lang="en-US"/>
        </a:p>
      </dgm:t>
    </dgm:pt>
    <dgm:pt modelId="{57796D49-08A1-472C-A1D4-D4605C3BC04A}" type="parTrans" cxnId="{3CA0EAF4-05DC-46AD-8E36-059DE8CF9D49}">
      <dgm:prSet/>
      <dgm:spPr/>
      <dgm:t>
        <a:bodyPr/>
        <a:lstStyle/>
        <a:p>
          <a:endParaRPr lang="en-US"/>
        </a:p>
      </dgm:t>
    </dgm:pt>
    <dgm:pt modelId="{0BA6E36D-7CFD-4A2D-A06C-E2B22BD02E0D}" type="sibTrans" cxnId="{3CA0EAF4-05DC-46AD-8E36-059DE8CF9D49}">
      <dgm:prSet/>
      <dgm:spPr/>
      <dgm:t>
        <a:bodyPr/>
        <a:lstStyle/>
        <a:p>
          <a:endParaRPr lang="en-US"/>
        </a:p>
      </dgm:t>
    </dgm:pt>
    <dgm:pt modelId="{BCBF39F2-11B1-4116-B134-1EA98C27898D}">
      <dgm:prSet/>
      <dgm:spPr/>
      <dgm:t>
        <a:bodyPr/>
        <a:lstStyle/>
        <a:p>
          <a:r>
            <a:rPr lang="en-US" b="0" i="0" baseline="0"/>
            <a:t>Supply model: subsidized/credit supply to cohorts; commercial sales to third‑party farmers at market rates.</a:t>
          </a:r>
          <a:endParaRPr lang="en-US"/>
        </a:p>
      </dgm:t>
    </dgm:pt>
    <dgm:pt modelId="{570B20C5-57AB-4D10-AF80-DD93FDEB966F}" type="parTrans" cxnId="{B1B8DF2C-AC90-462A-9B31-DF401411FD02}">
      <dgm:prSet/>
      <dgm:spPr/>
      <dgm:t>
        <a:bodyPr/>
        <a:lstStyle/>
        <a:p>
          <a:endParaRPr lang="en-US"/>
        </a:p>
      </dgm:t>
    </dgm:pt>
    <dgm:pt modelId="{5FD53D70-4677-4D3C-89FF-4870089180BD}" type="sibTrans" cxnId="{B1B8DF2C-AC90-462A-9B31-DF401411FD02}">
      <dgm:prSet/>
      <dgm:spPr/>
      <dgm:t>
        <a:bodyPr/>
        <a:lstStyle/>
        <a:p>
          <a:endParaRPr lang="en-US"/>
        </a:p>
      </dgm:t>
    </dgm:pt>
    <dgm:pt modelId="{AFD60DB1-2B18-4BCA-99DF-312E38C6BDDE}">
      <dgm:prSet/>
      <dgm:spPr/>
      <dgm:t>
        <a:bodyPr/>
        <a:lstStyle/>
        <a:p>
          <a:r>
            <a:rPr lang="en-US" b="0" i="0" baseline="0"/>
            <a:t>Revenues reinvested into leasing, training and working capital.</a:t>
          </a:r>
          <a:endParaRPr lang="en-US"/>
        </a:p>
      </dgm:t>
    </dgm:pt>
    <dgm:pt modelId="{1279916E-0A1C-44E5-88F8-D94D7D70AFF8}" type="parTrans" cxnId="{87C87F99-21F3-4F58-8BC5-55806B781F7A}">
      <dgm:prSet/>
      <dgm:spPr/>
      <dgm:t>
        <a:bodyPr/>
        <a:lstStyle/>
        <a:p>
          <a:endParaRPr lang="en-US"/>
        </a:p>
      </dgm:t>
    </dgm:pt>
    <dgm:pt modelId="{EFD4473A-EFED-4D33-BD86-7454920BF26F}" type="sibTrans" cxnId="{87C87F99-21F3-4F58-8BC5-55806B781F7A}">
      <dgm:prSet/>
      <dgm:spPr/>
      <dgm:t>
        <a:bodyPr/>
        <a:lstStyle/>
        <a:p>
          <a:endParaRPr lang="en-US"/>
        </a:p>
      </dgm:t>
    </dgm:pt>
    <dgm:pt modelId="{8D1BAD61-4C32-4241-850C-686F89BE0845}" type="pres">
      <dgm:prSet presAssocID="{5215FF65-6E86-4D50-8DB7-12E788E87667}" presName="root" presStyleCnt="0">
        <dgm:presLayoutVars>
          <dgm:dir/>
          <dgm:resizeHandles val="exact"/>
        </dgm:presLayoutVars>
      </dgm:prSet>
      <dgm:spPr/>
    </dgm:pt>
    <dgm:pt modelId="{FE9D3B15-1A16-4F48-BD9E-6131AB85C774}" type="pres">
      <dgm:prSet presAssocID="{F6940262-3F9E-4AF9-B4CF-BB29E6A7D1B0}" presName="compNode" presStyleCnt="0"/>
      <dgm:spPr/>
    </dgm:pt>
    <dgm:pt modelId="{454F68C3-4AAD-4058-8B22-D6439D07DABE}" type="pres">
      <dgm:prSet presAssocID="{F6940262-3F9E-4AF9-B4CF-BB29E6A7D1B0}" presName="bgRect" presStyleLbl="bgShp" presStyleIdx="0" presStyleCnt="4"/>
      <dgm:spPr/>
    </dgm:pt>
    <dgm:pt modelId="{FC4D35E7-0D94-4A9F-AEA7-2E5B4BCEC871}" type="pres">
      <dgm:prSet presAssocID="{F6940262-3F9E-4AF9-B4CF-BB29E6A7D1B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B627F9C4-377F-4A91-9E37-46152701295D}" type="pres">
      <dgm:prSet presAssocID="{F6940262-3F9E-4AF9-B4CF-BB29E6A7D1B0}" presName="spaceRect" presStyleCnt="0"/>
      <dgm:spPr/>
    </dgm:pt>
    <dgm:pt modelId="{0A68FD4C-F4A5-4571-92DF-0E4769DE0ABD}" type="pres">
      <dgm:prSet presAssocID="{F6940262-3F9E-4AF9-B4CF-BB29E6A7D1B0}" presName="parTx" presStyleLbl="revTx" presStyleIdx="0" presStyleCnt="4">
        <dgm:presLayoutVars>
          <dgm:chMax val="0"/>
          <dgm:chPref val="0"/>
        </dgm:presLayoutVars>
      </dgm:prSet>
      <dgm:spPr/>
    </dgm:pt>
    <dgm:pt modelId="{41432CF9-E4E1-46BB-96FE-3CF8DE201B24}" type="pres">
      <dgm:prSet presAssocID="{6FF99EFC-7611-4F50-BCA1-15E54B7AAB73}" presName="sibTrans" presStyleCnt="0"/>
      <dgm:spPr/>
    </dgm:pt>
    <dgm:pt modelId="{23E5EC12-10FB-4BFE-B4D1-970A860376CE}" type="pres">
      <dgm:prSet presAssocID="{CAF2C5D5-5C13-4550-A371-E61525134CF1}" presName="compNode" presStyleCnt="0"/>
      <dgm:spPr/>
    </dgm:pt>
    <dgm:pt modelId="{25A05930-CAD9-493A-AE33-487ECB5A3A3E}" type="pres">
      <dgm:prSet presAssocID="{CAF2C5D5-5C13-4550-A371-E61525134CF1}" presName="bgRect" presStyleLbl="bgShp" presStyleIdx="1" presStyleCnt="4"/>
      <dgm:spPr/>
    </dgm:pt>
    <dgm:pt modelId="{4D896051-2631-44D0-94FB-3BC0D14EF2DB}" type="pres">
      <dgm:prSet presAssocID="{CAF2C5D5-5C13-4550-A371-E61525134C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C6B87CC8-4DCE-456D-9B5D-41230BC7DFA2}" type="pres">
      <dgm:prSet presAssocID="{CAF2C5D5-5C13-4550-A371-E61525134CF1}" presName="spaceRect" presStyleCnt="0"/>
      <dgm:spPr/>
    </dgm:pt>
    <dgm:pt modelId="{B6F41DB0-D9A7-473A-9529-AFA64E96A064}" type="pres">
      <dgm:prSet presAssocID="{CAF2C5D5-5C13-4550-A371-E61525134CF1}" presName="parTx" presStyleLbl="revTx" presStyleIdx="1" presStyleCnt="4">
        <dgm:presLayoutVars>
          <dgm:chMax val="0"/>
          <dgm:chPref val="0"/>
        </dgm:presLayoutVars>
      </dgm:prSet>
      <dgm:spPr/>
    </dgm:pt>
    <dgm:pt modelId="{D258B97F-B5E2-4EA0-8DE4-38C7A871AA4C}" type="pres">
      <dgm:prSet presAssocID="{0BA6E36D-7CFD-4A2D-A06C-E2B22BD02E0D}" presName="sibTrans" presStyleCnt="0"/>
      <dgm:spPr/>
    </dgm:pt>
    <dgm:pt modelId="{35BCBD04-9FD1-4FF2-AD1B-5640587AD6E2}" type="pres">
      <dgm:prSet presAssocID="{BCBF39F2-11B1-4116-B134-1EA98C27898D}" presName="compNode" presStyleCnt="0"/>
      <dgm:spPr/>
    </dgm:pt>
    <dgm:pt modelId="{62AD326F-EA3C-4A40-93DC-72FD1486FAB7}" type="pres">
      <dgm:prSet presAssocID="{BCBF39F2-11B1-4116-B134-1EA98C27898D}" presName="bgRect" presStyleLbl="bgShp" presStyleIdx="2" presStyleCnt="4"/>
      <dgm:spPr/>
    </dgm:pt>
    <dgm:pt modelId="{41FD3466-DF33-42C2-98A7-45F5A69A48CA}" type="pres">
      <dgm:prSet presAssocID="{BCBF39F2-11B1-4116-B134-1EA98C2789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0C192081-ED87-49D4-BB6A-A319574D1C5B}" type="pres">
      <dgm:prSet presAssocID="{BCBF39F2-11B1-4116-B134-1EA98C27898D}" presName="spaceRect" presStyleCnt="0"/>
      <dgm:spPr/>
    </dgm:pt>
    <dgm:pt modelId="{BD2930F3-49BB-43F4-8DBB-6C18E50391BD}" type="pres">
      <dgm:prSet presAssocID="{BCBF39F2-11B1-4116-B134-1EA98C27898D}" presName="parTx" presStyleLbl="revTx" presStyleIdx="2" presStyleCnt="4">
        <dgm:presLayoutVars>
          <dgm:chMax val="0"/>
          <dgm:chPref val="0"/>
        </dgm:presLayoutVars>
      </dgm:prSet>
      <dgm:spPr/>
    </dgm:pt>
    <dgm:pt modelId="{1D952CD2-E75C-4738-AC93-03779DFBC018}" type="pres">
      <dgm:prSet presAssocID="{5FD53D70-4677-4D3C-89FF-4870089180BD}" presName="sibTrans" presStyleCnt="0"/>
      <dgm:spPr/>
    </dgm:pt>
    <dgm:pt modelId="{46AE23DE-97AF-4158-8DA6-F987C2F5C3F5}" type="pres">
      <dgm:prSet presAssocID="{AFD60DB1-2B18-4BCA-99DF-312E38C6BDDE}" presName="compNode" presStyleCnt="0"/>
      <dgm:spPr/>
    </dgm:pt>
    <dgm:pt modelId="{B5875B20-C01D-4C7E-A5F8-C9356B9F204A}" type="pres">
      <dgm:prSet presAssocID="{AFD60DB1-2B18-4BCA-99DF-312E38C6BDDE}" presName="bgRect" presStyleLbl="bgShp" presStyleIdx="3" presStyleCnt="4"/>
      <dgm:spPr/>
    </dgm:pt>
    <dgm:pt modelId="{BD706643-7D15-491C-8E91-87929E48AC78}" type="pres">
      <dgm:prSet presAssocID="{AFD60DB1-2B18-4BCA-99DF-312E38C6BDD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BA670675-A477-48EB-A586-2A8C14D05ABB}" type="pres">
      <dgm:prSet presAssocID="{AFD60DB1-2B18-4BCA-99DF-312E38C6BDDE}" presName="spaceRect" presStyleCnt="0"/>
      <dgm:spPr/>
    </dgm:pt>
    <dgm:pt modelId="{44B9CC21-FF1D-4F22-89DC-8F507856054B}" type="pres">
      <dgm:prSet presAssocID="{AFD60DB1-2B18-4BCA-99DF-312E38C6BDDE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3CCF107-904A-4F0C-BE93-DF0CAE6EAE2D}" type="presOf" srcId="{5215FF65-6E86-4D50-8DB7-12E788E87667}" destId="{8D1BAD61-4C32-4241-850C-686F89BE0845}" srcOrd="0" destOrd="0" presId="urn:microsoft.com/office/officeart/2018/2/layout/IconVerticalSolidList"/>
    <dgm:cxn modelId="{3D48EF09-FBA3-45FE-89A2-F2197F65EB7D}" srcId="{5215FF65-6E86-4D50-8DB7-12E788E87667}" destId="{F6940262-3F9E-4AF9-B4CF-BB29E6A7D1B0}" srcOrd="0" destOrd="0" parTransId="{FAB7DE73-7F01-4521-A82E-830420D387EC}" sibTransId="{6FF99EFC-7611-4F50-BCA1-15E54B7AAB73}"/>
    <dgm:cxn modelId="{38518818-2640-462F-BEB0-8904C55A6D0E}" type="presOf" srcId="{BCBF39F2-11B1-4116-B134-1EA98C27898D}" destId="{BD2930F3-49BB-43F4-8DBB-6C18E50391BD}" srcOrd="0" destOrd="0" presId="urn:microsoft.com/office/officeart/2018/2/layout/IconVerticalSolidList"/>
    <dgm:cxn modelId="{E7470D1F-404E-4E71-89A7-35E7FFDD9DB8}" type="presOf" srcId="{CAF2C5D5-5C13-4550-A371-E61525134CF1}" destId="{B6F41DB0-D9A7-473A-9529-AFA64E96A064}" srcOrd="0" destOrd="0" presId="urn:microsoft.com/office/officeart/2018/2/layout/IconVerticalSolidList"/>
    <dgm:cxn modelId="{B1B8DF2C-AC90-462A-9B31-DF401411FD02}" srcId="{5215FF65-6E86-4D50-8DB7-12E788E87667}" destId="{BCBF39F2-11B1-4116-B134-1EA98C27898D}" srcOrd="2" destOrd="0" parTransId="{570B20C5-57AB-4D10-AF80-DD93FDEB966F}" sibTransId="{5FD53D70-4677-4D3C-89FF-4870089180BD}"/>
    <dgm:cxn modelId="{63294D7F-F678-499C-96A5-4831F949C1E8}" type="presOf" srcId="{F6940262-3F9E-4AF9-B4CF-BB29E6A7D1B0}" destId="{0A68FD4C-F4A5-4571-92DF-0E4769DE0ABD}" srcOrd="0" destOrd="0" presId="urn:microsoft.com/office/officeart/2018/2/layout/IconVerticalSolidList"/>
    <dgm:cxn modelId="{87C87F99-21F3-4F58-8BC5-55806B781F7A}" srcId="{5215FF65-6E86-4D50-8DB7-12E788E87667}" destId="{AFD60DB1-2B18-4BCA-99DF-312E38C6BDDE}" srcOrd="3" destOrd="0" parTransId="{1279916E-0A1C-44E5-88F8-D94D7D70AFF8}" sibTransId="{EFD4473A-EFED-4D33-BD86-7454920BF26F}"/>
    <dgm:cxn modelId="{A8291BC7-8454-4366-9A7A-C55A43EC9161}" type="presOf" srcId="{AFD60DB1-2B18-4BCA-99DF-312E38C6BDDE}" destId="{44B9CC21-FF1D-4F22-89DC-8F507856054B}" srcOrd="0" destOrd="0" presId="urn:microsoft.com/office/officeart/2018/2/layout/IconVerticalSolidList"/>
    <dgm:cxn modelId="{3CA0EAF4-05DC-46AD-8E36-059DE8CF9D49}" srcId="{5215FF65-6E86-4D50-8DB7-12E788E87667}" destId="{CAF2C5D5-5C13-4550-A371-E61525134CF1}" srcOrd="1" destOrd="0" parTransId="{57796D49-08A1-472C-A1D4-D4605C3BC04A}" sibTransId="{0BA6E36D-7CFD-4A2D-A06C-E2B22BD02E0D}"/>
    <dgm:cxn modelId="{9943B8BF-710E-44D9-8F87-B50453361DC1}" type="presParOf" srcId="{8D1BAD61-4C32-4241-850C-686F89BE0845}" destId="{FE9D3B15-1A16-4F48-BD9E-6131AB85C774}" srcOrd="0" destOrd="0" presId="urn:microsoft.com/office/officeart/2018/2/layout/IconVerticalSolidList"/>
    <dgm:cxn modelId="{8839E741-99A9-43F7-8A19-4EAA681FFF96}" type="presParOf" srcId="{FE9D3B15-1A16-4F48-BD9E-6131AB85C774}" destId="{454F68C3-4AAD-4058-8B22-D6439D07DABE}" srcOrd="0" destOrd="0" presId="urn:microsoft.com/office/officeart/2018/2/layout/IconVerticalSolidList"/>
    <dgm:cxn modelId="{300816FA-86FE-4DD9-92AF-0C86DD8DD504}" type="presParOf" srcId="{FE9D3B15-1A16-4F48-BD9E-6131AB85C774}" destId="{FC4D35E7-0D94-4A9F-AEA7-2E5B4BCEC871}" srcOrd="1" destOrd="0" presId="urn:microsoft.com/office/officeart/2018/2/layout/IconVerticalSolidList"/>
    <dgm:cxn modelId="{E81BAADD-49CA-4258-A23D-DA305A82858A}" type="presParOf" srcId="{FE9D3B15-1A16-4F48-BD9E-6131AB85C774}" destId="{B627F9C4-377F-4A91-9E37-46152701295D}" srcOrd="2" destOrd="0" presId="urn:microsoft.com/office/officeart/2018/2/layout/IconVerticalSolidList"/>
    <dgm:cxn modelId="{7259C935-36A3-4585-B268-916EB06189D2}" type="presParOf" srcId="{FE9D3B15-1A16-4F48-BD9E-6131AB85C774}" destId="{0A68FD4C-F4A5-4571-92DF-0E4769DE0ABD}" srcOrd="3" destOrd="0" presId="urn:microsoft.com/office/officeart/2018/2/layout/IconVerticalSolidList"/>
    <dgm:cxn modelId="{D9CE59CA-43B8-4933-B834-EE02BE9710E0}" type="presParOf" srcId="{8D1BAD61-4C32-4241-850C-686F89BE0845}" destId="{41432CF9-E4E1-46BB-96FE-3CF8DE201B24}" srcOrd="1" destOrd="0" presId="urn:microsoft.com/office/officeart/2018/2/layout/IconVerticalSolidList"/>
    <dgm:cxn modelId="{728BEE2D-06BD-43F9-8694-48AA7689B644}" type="presParOf" srcId="{8D1BAD61-4C32-4241-850C-686F89BE0845}" destId="{23E5EC12-10FB-4BFE-B4D1-970A860376CE}" srcOrd="2" destOrd="0" presId="urn:microsoft.com/office/officeart/2018/2/layout/IconVerticalSolidList"/>
    <dgm:cxn modelId="{4E4814C7-687B-4840-9C3F-91BEB092491C}" type="presParOf" srcId="{23E5EC12-10FB-4BFE-B4D1-970A860376CE}" destId="{25A05930-CAD9-493A-AE33-487ECB5A3A3E}" srcOrd="0" destOrd="0" presId="urn:microsoft.com/office/officeart/2018/2/layout/IconVerticalSolidList"/>
    <dgm:cxn modelId="{DAB0F6EA-F0F5-4225-8A53-6248A93C500C}" type="presParOf" srcId="{23E5EC12-10FB-4BFE-B4D1-970A860376CE}" destId="{4D896051-2631-44D0-94FB-3BC0D14EF2DB}" srcOrd="1" destOrd="0" presId="urn:microsoft.com/office/officeart/2018/2/layout/IconVerticalSolidList"/>
    <dgm:cxn modelId="{83970EEE-7781-44F2-AB3C-08A622E82E21}" type="presParOf" srcId="{23E5EC12-10FB-4BFE-B4D1-970A860376CE}" destId="{C6B87CC8-4DCE-456D-9B5D-41230BC7DFA2}" srcOrd="2" destOrd="0" presId="urn:microsoft.com/office/officeart/2018/2/layout/IconVerticalSolidList"/>
    <dgm:cxn modelId="{681101F4-1398-44B2-9B57-4AF7A5BEA79E}" type="presParOf" srcId="{23E5EC12-10FB-4BFE-B4D1-970A860376CE}" destId="{B6F41DB0-D9A7-473A-9529-AFA64E96A064}" srcOrd="3" destOrd="0" presId="urn:microsoft.com/office/officeart/2018/2/layout/IconVerticalSolidList"/>
    <dgm:cxn modelId="{7E575339-D7CF-443C-A6DF-70F12B79D851}" type="presParOf" srcId="{8D1BAD61-4C32-4241-850C-686F89BE0845}" destId="{D258B97F-B5E2-4EA0-8DE4-38C7A871AA4C}" srcOrd="3" destOrd="0" presId="urn:microsoft.com/office/officeart/2018/2/layout/IconVerticalSolidList"/>
    <dgm:cxn modelId="{139E0B60-A48B-4DD3-AAE1-0EE4B7F11530}" type="presParOf" srcId="{8D1BAD61-4C32-4241-850C-686F89BE0845}" destId="{35BCBD04-9FD1-4FF2-AD1B-5640587AD6E2}" srcOrd="4" destOrd="0" presId="urn:microsoft.com/office/officeart/2018/2/layout/IconVerticalSolidList"/>
    <dgm:cxn modelId="{E11D23F3-A337-462C-BB80-CE128C8D094A}" type="presParOf" srcId="{35BCBD04-9FD1-4FF2-AD1B-5640587AD6E2}" destId="{62AD326F-EA3C-4A40-93DC-72FD1486FAB7}" srcOrd="0" destOrd="0" presId="urn:microsoft.com/office/officeart/2018/2/layout/IconVerticalSolidList"/>
    <dgm:cxn modelId="{3133AFE2-E15D-451B-B79D-330904A4D829}" type="presParOf" srcId="{35BCBD04-9FD1-4FF2-AD1B-5640587AD6E2}" destId="{41FD3466-DF33-42C2-98A7-45F5A69A48CA}" srcOrd="1" destOrd="0" presId="urn:microsoft.com/office/officeart/2018/2/layout/IconVerticalSolidList"/>
    <dgm:cxn modelId="{BDA7DF51-194F-4D17-B965-567CEF859B67}" type="presParOf" srcId="{35BCBD04-9FD1-4FF2-AD1B-5640587AD6E2}" destId="{0C192081-ED87-49D4-BB6A-A319574D1C5B}" srcOrd="2" destOrd="0" presId="urn:microsoft.com/office/officeart/2018/2/layout/IconVerticalSolidList"/>
    <dgm:cxn modelId="{636C0B22-A007-42CB-8498-AF668BDFF798}" type="presParOf" srcId="{35BCBD04-9FD1-4FF2-AD1B-5640587AD6E2}" destId="{BD2930F3-49BB-43F4-8DBB-6C18E50391BD}" srcOrd="3" destOrd="0" presId="urn:microsoft.com/office/officeart/2018/2/layout/IconVerticalSolidList"/>
    <dgm:cxn modelId="{4BB72507-3F3D-4461-ABB7-CF0E6CEE1E0A}" type="presParOf" srcId="{8D1BAD61-4C32-4241-850C-686F89BE0845}" destId="{1D952CD2-E75C-4738-AC93-03779DFBC018}" srcOrd="5" destOrd="0" presId="urn:microsoft.com/office/officeart/2018/2/layout/IconVerticalSolidList"/>
    <dgm:cxn modelId="{D1DF3BA5-97D2-4679-A57C-6166BC6C7497}" type="presParOf" srcId="{8D1BAD61-4C32-4241-850C-686F89BE0845}" destId="{46AE23DE-97AF-4158-8DA6-F987C2F5C3F5}" srcOrd="6" destOrd="0" presId="urn:microsoft.com/office/officeart/2018/2/layout/IconVerticalSolidList"/>
    <dgm:cxn modelId="{14235478-1831-4C75-949C-814D37C24AAE}" type="presParOf" srcId="{46AE23DE-97AF-4158-8DA6-F987C2F5C3F5}" destId="{B5875B20-C01D-4C7E-A5F8-C9356B9F204A}" srcOrd="0" destOrd="0" presId="urn:microsoft.com/office/officeart/2018/2/layout/IconVerticalSolidList"/>
    <dgm:cxn modelId="{7E0680FA-385A-4706-9EE8-24D562D44BB4}" type="presParOf" srcId="{46AE23DE-97AF-4158-8DA6-F987C2F5C3F5}" destId="{BD706643-7D15-491C-8E91-87929E48AC78}" srcOrd="1" destOrd="0" presId="urn:microsoft.com/office/officeart/2018/2/layout/IconVerticalSolidList"/>
    <dgm:cxn modelId="{FAD2EDD2-781C-4EBF-8D01-A539F4A71691}" type="presParOf" srcId="{46AE23DE-97AF-4158-8DA6-F987C2F5C3F5}" destId="{BA670675-A477-48EB-A586-2A8C14D05ABB}" srcOrd="2" destOrd="0" presId="urn:microsoft.com/office/officeart/2018/2/layout/IconVerticalSolidList"/>
    <dgm:cxn modelId="{46313257-A2DC-4685-BCF8-39072A93748A}" type="presParOf" srcId="{46AE23DE-97AF-4158-8DA6-F987C2F5C3F5}" destId="{44B9CC21-FF1D-4F22-89DC-8F50785605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0E0353F-3967-49B1-B6EC-F01312926F87}" type="doc">
      <dgm:prSet loTypeId="urn:microsoft.com/office/officeart/2005/8/layout/process4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382C7D7-435A-4FE6-9F4A-625E6102DF31}">
      <dgm:prSet/>
      <dgm:spPr/>
      <dgm:t>
        <a:bodyPr/>
        <a:lstStyle/>
        <a:p>
          <a:r>
            <a:rPr lang="en-US" b="1" i="0" baseline="0"/>
            <a:t>ToT:</a:t>
          </a:r>
          <a:r>
            <a:rPr lang="en-US" b="0" i="0" baseline="0"/>
            <a:t> Master trainers cover compost production, nursery management, intercropping, IPM, soil health and post‑harvest handling.</a:t>
          </a:r>
          <a:endParaRPr lang="en-US"/>
        </a:p>
      </dgm:t>
    </dgm:pt>
    <dgm:pt modelId="{A882186D-14D0-4180-96BF-064F831CDDA4}" type="parTrans" cxnId="{32F272E6-5281-48FD-B7A6-B70757260C0B}">
      <dgm:prSet/>
      <dgm:spPr/>
      <dgm:t>
        <a:bodyPr/>
        <a:lstStyle/>
        <a:p>
          <a:endParaRPr lang="en-US"/>
        </a:p>
      </dgm:t>
    </dgm:pt>
    <dgm:pt modelId="{723B30CF-2599-48E3-B451-683C9041F914}" type="sibTrans" cxnId="{32F272E6-5281-48FD-B7A6-B70757260C0B}">
      <dgm:prSet/>
      <dgm:spPr/>
      <dgm:t>
        <a:bodyPr/>
        <a:lstStyle/>
        <a:p>
          <a:endParaRPr lang="en-US"/>
        </a:p>
      </dgm:t>
    </dgm:pt>
    <dgm:pt modelId="{15FBE8A0-A709-45B6-B80E-ED625C4F2F42}">
      <dgm:prSet/>
      <dgm:spPr/>
      <dgm:t>
        <a:bodyPr/>
        <a:lstStyle/>
        <a:p>
          <a:r>
            <a:rPr lang="en-US" b="1" i="0" baseline="0"/>
            <a:t>Cascade training:</a:t>
          </a:r>
          <a:r>
            <a:rPr lang="en-US" b="0" i="0" baseline="0"/>
            <a:t> farmer champions deliver peer sessions on model plots.</a:t>
          </a:r>
          <a:endParaRPr lang="en-US"/>
        </a:p>
      </dgm:t>
    </dgm:pt>
    <dgm:pt modelId="{C95AB7D3-2F2D-484B-9CED-54CF3954FF1F}" type="parTrans" cxnId="{C5471C7E-AD62-461E-B69F-C99DC402DDEC}">
      <dgm:prSet/>
      <dgm:spPr/>
      <dgm:t>
        <a:bodyPr/>
        <a:lstStyle/>
        <a:p>
          <a:endParaRPr lang="en-US"/>
        </a:p>
      </dgm:t>
    </dgm:pt>
    <dgm:pt modelId="{7DAB1AB2-B58D-43C2-9D38-3FA8BA16B473}" type="sibTrans" cxnId="{C5471C7E-AD62-461E-B69F-C99DC402DDEC}">
      <dgm:prSet/>
      <dgm:spPr/>
      <dgm:t>
        <a:bodyPr/>
        <a:lstStyle/>
        <a:p>
          <a:endParaRPr lang="en-US"/>
        </a:p>
      </dgm:t>
    </dgm:pt>
    <dgm:pt modelId="{0A74DBF9-801F-4A2B-8216-4B7629C80269}">
      <dgm:prSet/>
      <dgm:spPr/>
      <dgm:t>
        <a:bodyPr/>
        <a:lstStyle/>
        <a:p>
          <a:r>
            <a:rPr lang="en-US" b="1" i="0" baseline="0"/>
            <a:t>Practical modules:</a:t>
          </a:r>
          <a:r>
            <a:rPr lang="en-US" b="0" i="0" baseline="0"/>
            <a:t> compost selection and application rates, timing, crop rotations, nursery care.</a:t>
          </a:r>
          <a:endParaRPr lang="en-US"/>
        </a:p>
      </dgm:t>
    </dgm:pt>
    <dgm:pt modelId="{30847F10-66BC-471F-8C74-7D9DE872CA69}" type="parTrans" cxnId="{51758715-6505-4AF8-A531-D90917139ED2}">
      <dgm:prSet/>
      <dgm:spPr/>
      <dgm:t>
        <a:bodyPr/>
        <a:lstStyle/>
        <a:p>
          <a:endParaRPr lang="en-US"/>
        </a:p>
      </dgm:t>
    </dgm:pt>
    <dgm:pt modelId="{72180BEE-5EBE-48AC-9810-C470587B9C1E}" type="sibTrans" cxnId="{51758715-6505-4AF8-A531-D90917139ED2}">
      <dgm:prSet/>
      <dgm:spPr/>
      <dgm:t>
        <a:bodyPr/>
        <a:lstStyle/>
        <a:p>
          <a:endParaRPr lang="en-US"/>
        </a:p>
      </dgm:t>
    </dgm:pt>
    <dgm:pt modelId="{192EAEF2-6438-4A42-85A6-F0E144B7C589}">
      <dgm:prSet/>
      <dgm:spPr/>
      <dgm:t>
        <a:bodyPr/>
        <a:lstStyle/>
        <a:p>
          <a:r>
            <a:rPr lang="en-US" b="1" i="0" baseline="0"/>
            <a:t>Demonstration plots</a:t>
          </a:r>
          <a:r>
            <a:rPr lang="en-US" b="0" i="0" baseline="0"/>
            <a:t> used for field days and hands‑on learning.</a:t>
          </a:r>
          <a:endParaRPr lang="en-US"/>
        </a:p>
      </dgm:t>
    </dgm:pt>
    <dgm:pt modelId="{6B995E8A-9144-476E-BE6F-33D7D36E8DAA}" type="parTrans" cxnId="{0DC36F8E-67DB-4194-961E-86521E7CA48D}">
      <dgm:prSet/>
      <dgm:spPr/>
      <dgm:t>
        <a:bodyPr/>
        <a:lstStyle/>
        <a:p>
          <a:endParaRPr lang="en-US"/>
        </a:p>
      </dgm:t>
    </dgm:pt>
    <dgm:pt modelId="{2A22BBAF-533F-490F-8514-6907D3D5833E}" type="sibTrans" cxnId="{0DC36F8E-67DB-4194-961E-86521E7CA48D}">
      <dgm:prSet/>
      <dgm:spPr/>
      <dgm:t>
        <a:bodyPr/>
        <a:lstStyle/>
        <a:p>
          <a:endParaRPr lang="en-US"/>
        </a:p>
      </dgm:t>
    </dgm:pt>
    <dgm:pt modelId="{96997D74-2E7D-44BA-BAA1-584872741A84}" type="pres">
      <dgm:prSet presAssocID="{40E0353F-3967-49B1-B6EC-F01312926F87}" presName="Name0" presStyleCnt="0">
        <dgm:presLayoutVars>
          <dgm:dir/>
          <dgm:animLvl val="lvl"/>
          <dgm:resizeHandles val="exact"/>
        </dgm:presLayoutVars>
      </dgm:prSet>
      <dgm:spPr/>
    </dgm:pt>
    <dgm:pt modelId="{F2F7FD79-BEC6-4CBD-99C3-356C8A4A110E}" type="pres">
      <dgm:prSet presAssocID="{192EAEF2-6438-4A42-85A6-F0E144B7C589}" presName="boxAndChildren" presStyleCnt="0"/>
      <dgm:spPr/>
    </dgm:pt>
    <dgm:pt modelId="{A7E4CA0F-51F5-4A1F-A58B-B4A1FC506BCB}" type="pres">
      <dgm:prSet presAssocID="{192EAEF2-6438-4A42-85A6-F0E144B7C589}" presName="parentTextBox" presStyleLbl="node1" presStyleIdx="0" presStyleCnt="4"/>
      <dgm:spPr/>
    </dgm:pt>
    <dgm:pt modelId="{57472CF7-B3EE-40D6-AA6D-1DA787B215B1}" type="pres">
      <dgm:prSet presAssocID="{72180BEE-5EBE-48AC-9810-C470587B9C1E}" presName="sp" presStyleCnt="0"/>
      <dgm:spPr/>
    </dgm:pt>
    <dgm:pt modelId="{85E5F875-937B-4B6E-85B5-BD1B0685EF8D}" type="pres">
      <dgm:prSet presAssocID="{0A74DBF9-801F-4A2B-8216-4B7629C80269}" presName="arrowAndChildren" presStyleCnt="0"/>
      <dgm:spPr/>
    </dgm:pt>
    <dgm:pt modelId="{AB2A294B-7C9C-420D-B366-AD034D848A9C}" type="pres">
      <dgm:prSet presAssocID="{0A74DBF9-801F-4A2B-8216-4B7629C80269}" presName="parentTextArrow" presStyleLbl="node1" presStyleIdx="1" presStyleCnt="4"/>
      <dgm:spPr/>
    </dgm:pt>
    <dgm:pt modelId="{407D9C8D-C15C-407A-8D15-A3B97D887530}" type="pres">
      <dgm:prSet presAssocID="{7DAB1AB2-B58D-43C2-9D38-3FA8BA16B473}" presName="sp" presStyleCnt="0"/>
      <dgm:spPr/>
    </dgm:pt>
    <dgm:pt modelId="{6964C01B-C252-489B-A366-263D0DD5FBBD}" type="pres">
      <dgm:prSet presAssocID="{15FBE8A0-A709-45B6-B80E-ED625C4F2F42}" presName="arrowAndChildren" presStyleCnt="0"/>
      <dgm:spPr/>
    </dgm:pt>
    <dgm:pt modelId="{D7A8C9E9-9909-4200-A1F3-95BE0C203BFD}" type="pres">
      <dgm:prSet presAssocID="{15FBE8A0-A709-45B6-B80E-ED625C4F2F42}" presName="parentTextArrow" presStyleLbl="node1" presStyleIdx="2" presStyleCnt="4"/>
      <dgm:spPr/>
    </dgm:pt>
    <dgm:pt modelId="{881F6A50-E8B8-4F91-B02E-09ED3ECD7B8C}" type="pres">
      <dgm:prSet presAssocID="{723B30CF-2599-48E3-B451-683C9041F914}" presName="sp" presStyleCnt="0"/>
      <dgm:spPr/>
    </dgm:pt>
    <dgm:pt modelId="{B1525960-F162-4707-B4B4-4FFC42C0C133}" type="pres">
      <dgm:prSet presAssocID="{1382C7D7-435A-4FE6-9F4A-625E6102DF31}" presName="arrowAndChildren" presStyleCnt="0"/>
      <dgm:spPr/>
    </dgm:pt>
    <dgm:pt modelId="{5A6BFBEA-B2DE-4655-935D-5389230F5D18}" type="pres">
      <dgm:prSet presAssocID="{1382C7D7-435A-4FE6-9F4A-625E6102DF31}" presName="parentTextArrow" presStyleLbl="node1" presStyleIdx="3" presStyleCnt="4"/>
      <dgm:spPr/>
    </dgm:pt>
  </dgm:ptLst>
  <dgm:cxnLst>
    <dgm:cxn modelId="{51758715-6505-4AF8-A531-D90917139ED2}" srcId="{40E0353F-3967-49B1-B6EC-F01312926F87}" destId="{0A74DBF9-801F-4A2B-8216-4B7629C80269}" srcOrd="2" destOrd="0" parTransId="{30847F10-66BC-471F-8C74-7D9DE872CA69}" sibTransId="{72180BEE-5EBE-48AC-9810-C470587B9C1E}"/>
    <dgm:cxn modelId="{39D37C23-A254-4660-A6A5-B5402F910B37}" type="presOf" srcId="{192EAEF2-6438-4A42-85A6-F0E144B7C589}" destId="{A7E4CA0F-51F5-4A1F-A58B-B4A1FC506BCB}" srcOrd="0" destOrd="0" presId="urn:microsoft.com/office/officeart/2005/8/layout/process4"/>
    <dgm:cxn modelId="{65734959-36E6-41A5-9E20-C9B35220D334}" type="presOf" srcId="{0A74DBF9-801F-4A2B-8216-4B7629C80269}" destId="{AB2A294B-7C9C-420D-B366-AD034D848A9C}" srcOrd="0" destOrd="0" presId="urn:microsoft.com/office/officeart/2005/8/layout/process4"/>
    <dgm:cxn modelId="{C5471C7E-AD62-461E-B69F-C99DC402DDEC}" srcId="{40E0353F-3967-49B1-B6EC-F01312926F87}" destId="{15FBE8A0-A709-45B6-B80E-ED625C4F2F42}" srcOrd="1" destOrd="0" parTransId="{C95AB7D3-2F2D-484B-9CED-54CF3954FF1F}" sibTransId="{7DAB1AB2-B58D-43C2-9D38-3FA8BA16B473}"/>
    <dgm:cxn modelId="{EC2EC17E-0E22-4494-A0F6-76AAFB109042}" type="presOf" srcId="{40E0353F-3967-49B1-B6EC-F01312926F87}" destId="{96997D74-2E7D-44BA-BAA1-584872741A84}" srcOrd="0" destOrd="0" presId="urn:microsoft.com/office/officeart/2005/8/layout/process4"/>
    <dgm:cxn modelId="{0DC36F8E-67DB-4194-961E-86521E7CA48D}" srcId="{40E0353F-3967-49B1-B6EC-F01312926F87}" destId="{192EAEF2-6438-4A42-85A6-F0E144B7C589}" srcOrd="3" destOrd="0" parTransId="{6B995E8A-9144-476E-BE6F-33D7D36E8DAA}" sibTransId="{2A22BBAF-533F-490F-8514-6907D3D5833E}"/>
    <dgm:cxn modelId="{9A6A95DA-2D32-408E-97E7-002469951B92}" type="presOf" srcId="{15FBE8A0-A709-45B6-B80E-ED625C4F2F42}" destId="{D7A8C9E9-9909-4200-A1F3-95BE0C203BFD}" srcOrd="0" destOrd="0" presId="urn:microsoft.com/office/officeart/2005/8/layout/process4"/>
    <dgm:cxn modelId="{32F272E6-5281-48FD-B7A6-B70757260C0B}" srcId="{40E0353F-3967-49B1-B6EC-F01312926F87}" destId="{1382C7D7-435A-4FE6-9F4A-625E6102DF31}" srcOrd="0" destOrd="0" parTransId="{A882186D-14D0-4180-96BF-064F831CDDA4}" sibTransId="{723B30CF-2599-48E3-B451-683C9041F914}"/>
    <dgm:cxn modelId="{9E713DFC-B0B4-432F-9734-7E1B56F74F66}" type="presOf" srcId="{1382C7D7-435A-4FE6-9F4A-625E6102DF31}" destId="{5A6BFBEA-B2DE-4655-935D-5389230F5D18}" srcOrd="0" destOrd="0" presId="urn:microsoft.com/office/officeart/2005/8/layout/process4"/>
    <dgm:cxn modelId="{6166F283-722A-4310-8C72-D8C4FFC3F815}" type="presParOf" srcId="{96997D74-2E7D-44BA-BAA1-584872741A84}" destId="{F2F7FD79-BEC6-4CBD-99C3-356C8A4A110E}" srcOrd="0" destOrd="0" presId="urn:microsoft.com/office/officeart/2005/8/layout/process4"/>
    <dgm:cxn modelId="{161149AA-A4C7-4EDE-872A-F5DCC3C8B6FA}" type="presParOf" srcId="{F2F7FD79-BEC6-4CBD-99C3-356C8A4A110E}" destId="{A7E4CA0F-51F5-4A1F-A58B-B4A1FC506BCB}" srcOrd="0" destOrd="0" presId="urn:microsoft.com/office/officeart/2005/8/layout/process4"/>
    <dgm:cxn modelId="{58ED821D-D67E-4641-A0DF-1D34D2CB8585}" type="presParOf" srcId="{96997D74-2E7D-44BA-BAA1-584872741A84}" destId="{57472CF7-B3EE-40D6-AA6D-1DA787B215B1}" srcOrd="1" destOrd="0" presId="urn:microsoft.com/office/officeart/2005/8/layout/process4"/>
    <dgm:cxn modelId="{CE7C7C5C-0D53-43DE-A082-3132633BAC3B}" type="presParOf" srcId="{96997D74-2E7D-44BA-BAA1-584872741A84}" destId="{85E5F875-937B-4B6E-85B5-BD1B0685EF8D}" srcOrd="2" destOrd="0" presId="urn:microsoft.com/office/officeart/2005/8/layout/process4"/>
    <dgm:cxn modelId="{F7B1F420-1C76-4AEA-9ED6-646E1DA3B860}" type="presParOf" srcId="{85E5F875-937B-4B6E-85B5-BD1B0685EF8D}" destId="{AB2A294B-7C9C-420D-B366-AD034D848A9C}" srcOrd="0" destOrd="0" presId="urn:microsoft.com/office/officeart/2005/8/layout/process4"/>
    <dgm:cxn modelId="{6AC9A75A-30D0-4751-859A-30E1C73444F2}" type="presParOf" srcId="{96997D74-2E7D-44BA-BAA1-584872741A84}" destId="{407D9C8D-C15C-407A-8D15-A3B97D887530}" srcOrd="3" destOrd="0" presId="urn:microsoft.com/office/officeart/2005/8/layout/process4"/>
    <dgm:cxn modelId="{4D2B9817-FC1D-45BB-89C2-9615F29E8BD9}" type="presParOf" srcId="{96997D74-2E7D-44BA-BAA1-584872741A84}" destId="{6964C01B-C252-489B-A366-263D0DD5FBBD}" srcOrd="4" destOrd="0" presId="urn:microsoft.com/office/officeart/2005/8/layout/process4"/>
    <dgm:cxn modelId="{00B67F07-33F0-4DA9-957B-842AB32C56C6}" type="presParOf" srcId="{6964C01B-C252-489B-A366-263D0DD5FBBD}" destId="{D7A8C9E9-9909-4200-A1F3-95BE0C203BFD}" srcOrd="0" destOrd="0" presId="urn:microsoft.com/office/officeart/2005/8/layout/process4"/>
    <dgm:cxn modelId="{C5B2ED1B-8D5A-421E-9F0B-368407091606}" type="presParOf" srcId="{96997D74-2E7D-44BA-BAA1-584872741A84}" destId="{881F6A50-E8B8-4F91-B02E-09ED3ECD7B8C}" srcOrd="5" destOrd="0" presId="urn:microsoft.com/office/officeart/2005/8/layout/process4"/>
    <dgm:cxn modelId="{B3F49CD4-CAFB-4245-93CF-F794F0F055DB}" type="presParOf" srcId="{96997D74-2E7D-44BA-BAA1-584872741A84}" destId="{B1525960-F162-4707-B4B4-4FFC42C0C133}" srcOrd="6" destOrd="0" presId="urn:microsoft.com/office/officeart/2005/8/layout/process4"/>
    <dgm:cxn modelId="{40D0810E-2894-4D0F-8128-559600AFD9CA}" type="presParOf" srcId="{B1525960-F162-4707-B4B4-4FFC42C0C133}" destId="{5A6BFBEA-B2DE-4655-935D-5389230F5D18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EDCC28A-085B-49F0-9207-00491E92830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194C47F-F39D-4CF8-85F8-AFBBC7B922D2}">
      <dgm:prSet/>
      <dgm:spPr/>
      <dgm:t>
        <a:bodyPr/>
        <a:lstStyle/>
        <a:p>
          <a:r>
            <a:rPr lang="en-US" b="1" i="0" baseline="0"/>
            <a:t>Structure:</a:t>
          </a:r>
          <a:r>
            <a:rPr lang="en-US" b="0" i="0" baseline="0"/>
            <a:t> 4 VSLAs (one per cohort), ~25 members each.</a:t>
          </a:r>
          <a:endParaRPr lang="en-US"/>
        </a:p>
      </dgm:t>
    </dgm:pt>
    <dgm:pt modelId="{AE6B6EDE-4902-420D-A7A4-D2DA1B128846}" type="parTrans" cxnId="{AFA5DAC5-140E-44BC-849C-CDBE8B049876}">
      <dgm:prSet/>
      <dgm:spPr/>
      <dgm:t>
        <a:bodyPr/>
        <a:lstStyle/>
        <a:p>
          <a:endParaRPr lang="en-US"/>
        </a:p>
      </dgm:t>
    </dgm:pt>
    <dgm:pt modelId="{55EE68D3-7330-485D-AD60-40E25B7E9CA0}" type="sibTrans" cxnId="{AFA5DAC5-140E-44BC-849C-CDBE8B049876}">
      <dgm:prSet/>
      <dgm:spPr/>
      <dgm:t>
        <a:bodyPr/>
        <a:lstStyle/>
        <a:p>
          <a:endParaRPr lang="en-US"/>
        </a:p>
      </dgm:t>
    </dgm:pt>
    <dgm:pt modelId="{92EFFC10-4041-4B8C-BE6E-EFA159812A04}">
      <dgm:prSet/>
      <dgm:spPr/>
      <dgm:t>
        <a:bodyPr/>
        <a:lstStyle/>
        <a:p>
          <a:r>
            <a:rPr lang="en-US" b="1" i="0" baseline="0"/>
            <a:t>Seed capital:</a:t>
          </a:r>
          <a:r>
            <a:rPr lang="en-US" b="0" i="0" baseline="0"/>
            <a:t> </a:t>
          </a:r>
          <a:r>
            <a:rPr lang="en-US" b="1" i="0" baseline="0"/>
            <a:t>€10 per member</a:t>
          </a:r>
          <a:r>
            <a:rPr lang="en-US" b="0" i="0" baseline="0"/>
            <a:t>; </a:t>
          </a:r>
          <a:r>
            <a:rPr lang="en-US" b="1" i="0" baseline="0"/>
            <a:t>€250 per VSLA</a:t>
          </a:r>
          <a:r>
            <a:rPr lang="en-US" b="0" i="0" baseline="0"/>
            <a:t>; </a:t>
          </a:r>
          <a:r>
            <a:rPr lang="en-US" b="1" i="0" baseline="0"/>
            <a:t>€1,000 total</a:t>
          </a:r>
          <a:r>
            <a:rPr lang="en-US" b="0" i="0" baseline="0"/>
            <a:t> (recorded as opening savings).</a:t>
          </a:r>
          <a:endParaRPr lang="en-US"/>
        </a:p>
      </dgm:t>
    </dgm:pt>
    <dgm:pt modelId="{C11063F9-169B-4F05-AFF6-623A0C429437}" type="parTrans" cxnId="{AC7F8198-D3DC-40BF-9D7F-AE3ACA8180B4}">
      <dgm:prSet/>
      <dgm:spPr/>
      <dgm:t>
        <a:bodyPr/>
        <a:lstStyle/>
        <a:p>
          <a:endParaRPr lang="en-US"/>
        </a:p>
      </dgm:t>
    </dgm:pt>
    <dgm:pt modelId="{C0A8152A-1D39-4871-86EB-0108D7ADEA36}" type="sibTrans" cxnId="{AC7F8198-D3DC-40BF-9D7F-AE3ACA8180B4}">
      <dgm:prSet/>
      <dgm:spPr/>
      <dgm:t>
        <a:bodyPr/>
        <a:lstStyle/>
        <a:p>
          <a:endParaRPr lang="en-US"/>
        </a:p>
      </dgm:t>
    </dgm:pt>
    <dgm:pt modelId="{D5C0C8F8-537D-40D3-AB73-EAFFFE96F736}">
      <dgm:prSet/>
      <dgm:spPr/>
      <dgm:t>
        <a:bodyPr/>
        <a:lstStyle/>
        <a:p>
          <a:r>
            <a:rPr lang="en-US" b="1" i="0" baseline="0"/>
            <a:t>Governance:</a:t>
          </a:r>
          <a:r>
            <a:rPr lang="en-US" b="0" i="0" baseline="0"/>
            <a:t> elected Chair, Treasurer, Secretary, Loan Officer, 2 Auditors; roles rotate annually.</a:t>
          </a:r>
          <a:endParaRPr lang="en-US"/>
        </a:p>
      </dgm:t>
    </dgm:pt>
    <dgm:pt modelId="{D3841B65-FCD8-4A0B-A175-9D38182468E8}" type="parTrans" cxnId="{E1CE70C4-9623-4BB1-9C3A-7050AEC2D414}">
      <dgm:prSet/>
      <dgm:spPr/>
      <dgm:t>
        <a:bodyPr/>
        <a:lstStyle/>
        <a:p>
          <a:endParaRPr lang="en-US"/>
        </a:p>
      </dgm:t>
    </dgm:pt>
    <dgm:pt modelId="{2ACD1E5C-46E4-4FF6-ACF6-491D42FC2448}" type="sibTrans" cxnId="{E1CE70C4-9623-4BB1-9C3A-7050AEC2D414}">
      <dgm:prSet/>
      <dgm:spPr/>
      <dgm:t>
        <a:bodyPr/>
        <a:lstStyle/>
        <a:p>
          <a:endParaRPr lang="en-US"/>
        </a:p>
      </dgm:t>
    </dgm:pt>
    <dgm:pt modelId="{58700DCB-9339-449D-B869-25BFD3AA9300}">
      <dgm:prSet/>
      <dgm:spPr/>
      <dgm:t>
        <a:bodyPr/>
        <a:lstStyle/>
        <a:p>
          <a:r>
            <a:rPr lang="en-US" b="1" i="0" baseline="0"/>
            <a:t>Linkages:</a:t>
          </a:r>
          <a:r>
            <a:rPr lang="en-US" b="0" i="0" baseline="0"/>
            <a:t> VSLA accounts facilitate repayments, hold maintenance funds and provide small guarantees.</a:t>
          </a:r>
          <a:endParaRPr lang="en-US"/>
        </a:p>
      </dgm:t>
    </dgm:pt>
    <dgm:pt modelId="{3458A15B-EDC2-4715-876F-45C3DD1F1FE9}" type="parTrans" cxnId="{18B2347D-A313-4A00-9D15-468917217A60}">
      <dgm:prSet/>
      <dgm:spPr/>
      <dgm:t>
        <a:bodyPr/>
        <a:lstStyle/>
        <a:p>
          <a:endParaRPr lang="en-US"/>
        </a:p>
      </dgm:t>
    </dgm:pt>
    <dgm:pt modelId="{B2E9A1A3-4485-45F7-966E-891378BEE717}" type="sibTrans" cxnId="{18B2347D-A313-4A00-9D15-468917217A60}">
      <dgm:prSet/>
      <dgm:spPr/>
      <dgm:t>
        <a:bodyPr/>
        <a:lstStyle/>
        <a:p>
          <a:endParaRPr lang="en-US"/>
        </a:p>
      </dgm:t>
    </dgm:pt>
    <dgm:pt modelId="{018ABB0D-61E5-4F9A-BF62-B9DF07FB6B71}" type="pres">
      <dgm:prSet presAssocID="{CEDCC28A-085B-49F0-9207-00491E928302}" presName="diagram" presStyleCnt="0">
        <dgm:presLayoutVars>
          <dgm:dir/>
          <dgm:resizeHandles val="exact"/>
        </dgm:presLayoutVars>
      </dgm:prSet>
      <dgm:spPr/>
    </dgm:pt>
    <dgm:pt modelId="{420C9134-7004-4767-A04B-19BF491931E8}" type="pres">
      <dgm:prSet presAssocID="{7194C47F-F39D-4CF8-85F8-AFBBC7B922D2}" presName="node" presStyleLbl="node1" presStyleIdx="0" presStyleCnt="4">
        <dgm:presLayoutVars>
          <dgm:bulletEnabled val="1"/>
        </dgm:presLayoutVars>
      </dgm:prSet>
      <dgm:spPr/>
    </dgm:pt>
    <dgm:pt modelId="{3C6FF7FA-9247-46E0-9E39-8CE2FA265CD2}" type="pres">
      <dgm:prSet presAssocID="{55EE68D3-7330-485D-AD60-40E25B7E9CA0}" presName="sibTrans" presStyleCnt="0"/>
      <dgm:spPr/>
    </dgm:pt>
    <dgm:pt modelId="{7A5180B2-7730-49F5-9C56-236AA5C952AA}" type="pres">
      <dgm:prSet presAssocID="{92EFFC10-4041-4B8C-BE6E-EFA159812A04}" presName="node" presStyleLbl="node1" presStyleIdx="1" presStyleCnt="4">
        <dgm:presLayoutVars>
          <dgm:bulletEnabled val="1"/>
        </dgm:presLayoutVars>
      </dgm:prSet>
      <dgm:spPr/>
    </dgm:pt>
    <dgm:pt modelId="{4F6B0CEA-7FEF-4642-A158-4C995780281B}" type="pres">
      <dgm:prSet presAssocID="{C0A8152A-1D39-4871-86EB-0108D7ADEA36}" presName="sibTrans" presStyleCnt="0"/>
      <dgm:spPr/>
    </dgm:pt>
    <dgm:pt modelId="{642F9291-7B59-4380-9BD7-6F522B0EA33E}" type="pres">
      <dgm:prSet presAssocID="{D5C0C8F8-537D-40D3-AB73-EAFFFE96F736}" presName="node" presStyleLbl="node1" presStyleIdx="2" presStyleCnt="4">
        <dgm:presLayoutVars>
          <dgm:bulletEnabled val="1"/>
        </dgm:presLayoutVars>
      </dgm:prSet>
      <dgm:spPr/>
    </dgm:pt>
    <dgm:pt modelId="{7C0A00BD-5990-4F1A-91B3-0D3EFD37FA94}" type="pres">
      <dgm:prSet presAssocID="{2ACD1E5C-46E4-4FF6-ACF6-491D42FC2448}" presName="sibTrans" presStyleCnt="0"/>
      <dgm:spPr/>
    </dgm:pt>
    <dgm:pt modelId="{29622029-1249-4B9C-9B81-E1E9F6992286}" type="pres">
      <dgm:prSet presAssocID="{58700DCB-9339-449D-B869-25BFD3AA9300}" presName="node" presStyleLbl="node1" presStyleIdx="3" presStyleCnt="4">
        <dgm:presLayoutVars>
          <dgm:bulletEnabled val="1"/>
        </dgm:presLayoutVars>
      </dgm:prSet>
      <dgm:spPr/>
    </dgm:pt>
  </dgm:ptLst>
  <dgm:cxnLst>
    <dgm:cxn modelId="{BDDCCA1C-3138-4FA0-B893-B9ACFB817BCD}" type="presOf" srcId="{7194C47F-F39D-4CF8-85F8-AFBBC7B922D2}" destId="{420C9134-7004-4767-A04B-19BF491931E8}" srcOrd="0" destOrd="0" presId="urn:microsoft.com/office/officeart/2005/8/layout/default"/>
    <dgm:cxn modelId="{DCE7365F-319C-4D4F-B150-1587CFB5B151}" type="presOf" srcId="{CEDCC28A-085B-49F0-9207-00491E928302}" destId="{018ABB0D-61E5-4F9A-BF62-B9DF07FB6B71}" srcOrd="0" destOrd="0" presId="urn:microsoft.com/office/officeart/2005/8/layout/default"/>
    <dgm:cxn modelId="{1574C368-5429-415E-B23D-94E00A19F1D9}" type="presOf" srcId="{58700DCB-9339-449D-B869-25BFD3AA9300}" destId="{29622029-1249-4B9C-9B81-E1E9F6992286}" srcOrd="0" destOrd="0" presId="urn:microsoft.com/office/officeart/2005/8/layout/default"/>
    <dgm:cxn modelId="{18B2347D-A313-4A00-9D15-468917217A60}" srcId="{CEDCC28A-085B-49F0-9207-00491E928302}" destId="{58700DCB-9339-449D-B869-25BFD3AA9300}" srcOrd="3" destOrd="0" parTransId="{3458A15B-EDC2-4715-876F-45C3DD1F1FE9}" sibTransId="{B2E9A1A3-4485-45F7-966E-891378BEE717}"/>
    <dgm:cxn modelId="{AC7F8198-D3DC-40BF-9D7F-AE3ACA8180B4}" srcId="{CEDCC28A-085B-49F0-9207-00491E928302}" destId="{92EFFC10-4041-4B8C-BE6E-EFA159812A04}" srcOrd="1" destOrd="0" parTransId="{C11063F9-169B-4F05-AFF6-623A0C429437}" sibTransId="{C0A8152A-1D39-4871-86EB-0108D7ADEA36}"/>
    <dgm:cxn modelId="{5A6A0AAD-9B72-454E-9985-D567112DA0D2}" type="presOf" srcId="{D5C0C8F8-537D-40D3-AB73-EAFFFE96F736}" destId="{642F9291-7B59-4380-9BD7-6F522B0EA33E}" srcOrd="0" destOrd="0" presId="urn:microsoft.com/office/officeart/2005/8/layout/default"/>
    <dgm:cxn modelId="{E1CE70C4-9623-4BB1-9C3A-7050AEC2D414}" srcId="{CEDCC28A-085B-49F0-9207-00491E928302}" destId="{D5C0C8F8-537D-40D3-AB73-EAFFFE96F736}" srcOrd="2" destOrd="0" parTransId="{D3841B65-FCD8-4A0B-A175-9D38182468E8}" sibTransId="{2ACD1E5C-46E4-4FF6-ACF6-491D42FC2448}"/>
    <dgm:cxn modelId="{AFA5DAC5-140E-44BC-849C-CDBE8B049876}" srcId="{CEDCC28A-085B-49F0-9207-00491E928302}" destId="{7194C47F-F39D-4CF8-85F8-AFBBC7B922D2}" srcOrd="0" destOrd="0" parTransId="{AE6B6EDE-4902-420D-A7A4-D2DA1B128846}" sibTransId="{55EE68D3-7330-485D-AD60-40E25B7E9CA0}"/>
    <dgm:cxn modelId="{78D2BEFC-4E8C-4B35-B1A4-78DA79479421}" type="presOf" srcId="{92EFFC10-4041-4B8C-BE6E-EFA159812A04}" destId="{7A5180B2-7730-49F5-9C56-236AA5C952AA}" srcOrd="0" destOrd="0" presId="urn:microsoft.com/office/officeart/2005/8/layout/default"/>
    <dgm:cxn modelId="{9681EB18-1FD9-42C9-AAD8-91313ABCE884}" type="presParOf" srcId="{018ABB0D-61E5-4F9A-BF62-B9DF07FB6B71}" destId="{420C9134-7004-4767-A04B-19BF491931E8}" srcOrd="0" destOrd="0" presId="urn:microsoft.com/office/officeart/2005/8/layout/default"/>
    <dgm:cxn modelId="{CC19DB43-3C5A-4537-8A1F-DE9195EC0BD6}" type="presParOf" srcId="{018ABB0D-61E5-4F9A-BF62-B9DF07FB6B71}" destId="{3C6FF7FA-9247-46E0-9E39-8CE2FA265CD2}" srcOrd="1" destOrd="0" presId="urn:microsoft.com/office/officeart/2005/8/layout/default"/>
    <dgm:cxn modelId="{FD6D6DB2-D94A-46C6-8D4C-152833B3360E}" type="presParOf" srcId="{018ABB0D-61E5-4F9A-BF62-B9DF07FB6B71}" destId="{7A5180B2-7730-49F5-9C56-236AA5C952AA}" srcOrd="2" destOrd="0" presId="urn:microsoft.com/office/officeart/2005/8/layout/default"/>
    <dgm:cxn modelId="{16257198-4C85-4445-BFD9-EB3B6A710D92}" type="presParOf" srcId="{018ABB0D-61E5-4F9A-BF62-B9DF07FB6B71}" destId="{4F6B0CEA-7FEF-4642-A158-4C995780281B}" srcOrd="3" destOrd="0" presId="urn:microsoft.com/office/officeart/2005/8/layout/default"/>
    <dgm:cxn modelId="{60FE500F-B8FF-404F-B1D5-56087EAAFDAE}" type="presParOf" srcId="{018ABB0D-61E5-4F9A-BF62-B9DF07FB6B71}" destId="{642F9291-7B59-4380-9BD7-6F522B0EA33E}" srcOrd="4" destOrd="0" presId="urn:microsoft.com/office/officeart/2005/8/layout/default"/>
    <dgm:cxn modelId="{77A45413-C94F-4C0A-8E35-EB98B371F19B}" type="presParOf" srcId="{018ABB0D-61E5-4F9A-BF62-B9DF07FB6B71}" destId="{7C0A00BD-5990-4F1A-91B3-0D3EFD37FA94}" srcOrd="5" destOrd="0" presId="urn:microsoft.com/office/officeart/2005/8/layout/default"/>
    <dgm:cxn modelId="{81C2C013-C4A3-441D-8A13-820E09C0D323}" type="presParOf" srcId="{018ABB0D-61E5-4F9A-BF62-B9DF07FB6B71}" destId="{29622029-1249-4B9C-9B81-E1E9F699228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3CC50EF-D146-4223-9C64-68F49BC4EA0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1D6D650-CDD4-469B-9B1B-4F1315B15C49}">
      <dgm:prSet/>
      <dgm:spPr/>
      <dgm:t>
        <a:bodyPr/>
        <a:lstStyle/>
        <a:p>
          <a:r>
            <a:rPr lang="en-US" b="1" i="0" baseline="0"/>
            <a:t>Rationale:</a:t>
          </a:r>
          <a:r>
            <a:rPr lang="en-US" b="0" i="0" baseline="0"/>
            <a:t> compost production is labor intensive; stipends offset opportunity cost and incentivize quality.</a:t>
          </a:r>
          <a:endParaRPr lang="en-US"/>
        </a:p>
      </dgm:t>
    </dgm:pt>
    <dgm:pt modelId="{765F239A-BD6B-4508-A7CA-D4818C1F6CCB}" type="parTrans" cxnId="{C174F4F4-7363-4A04-A42B-66F31E1AFEB1}">
      <dgm:prSet/>
      <dgm:spPr/>
      <dgm:t>
        <a:bodyPr/>
        <a:lstStyle/>
        <a:p>
          <a:endParaRPr lang="en-US"/>
        </a:p>
      </dgm:t>
    </dgm:pt>
    <dgm:pt modelId="{63AD60D8-5057-49AB-AB06-78B8FAF3F696}" type="sibTrans" cxnId="{C174F4F4-7363-4A04-A42B-66F31E1AFEB1}">
      <dgm:prSet/>
      <dgm:spPr/>
      <dgm:t>
        <a:bodyPr/>
        <a:lstStyle/>
        <a:p>
          <a:endParaRPr lang="en-US"/>
        </a:p>
      </dgm:t>
    </dgm:pt>
    <dgm:pt modelId="{36CE23B3-D7E5-49F9-9032-4A9497B75201}">
      <dgm:prSet/>
      <dgm:spPr/>
      <dgm:t>
        <a:bodyPr/>
        <a:lstStyle/>
        <a:p>
          <a:r>
            <a:rPr lang="en-US" b="1" i="0" baseline="0"/>
            <a:t>Design:</a:t>
          </a:r>
          <a:r>
            <a:rPr lang="en-US" b="0" i="0" baseline="0"/>
            <a:t> </a:t>
          </a:r>
          <a:r>
            <a:rPr lang="en-US" b="1" i="0" baseline="0"/>
            <a:t>€2.50 per workday</a:t>
          </a:r>
          <a:r>
            <a:rPr lang="en-US" b="0" i="0" baseline="0"/>
            <a:t>; typical 2–3 days/week during production phases; monthly aggregation of payments.</a:t>
          </a:r>
          <a:endParaRPr lang="en-US"/>
        </a:p>
      </dgm:t>
    </dgm:pt>
    <dgm:pt modelId="{CDA165A9-0A23-4FCA-B550-C543C8C28826}" type="parTrans" cxnId="{BCB8F668-BA50-4B6F-B145-43941E98D17E}">
      <dgm:prSet/>
      <dgm:spPr/>
      <dgm:t>
        <a:bodyPr/>
        <a:lstStyle/>
        <a:p>
          <a:endParaRPr lang="en-US"/>
        </a:p>
      </dgm:t>
    </dgm:pt>
    <dgm:pt modelId="{E4561DA6-1991-4C98-B724-F57277C66FB6}" type="sibTrans" cxnId="{BCB8F668-BA50-4B6F-B145-43941E98D17E}">
      <dgm:prSet/>
      <dgm:spPr/>
      <dgm:t>
        <a:bodyPr/>
        <a:lstStyle/>
        <a:p>
          <a:endParaRPr lang="en-US"/>
        </a:p>
      </dgm:t>
    </dgm:pt>
    <dgm:pt modelId="{68DF3353-C92E-4803-9297-7DD5513DBE91}">
      <dgm:prSet/>
      <dgm:spPr/>
      <dgm:t>
        <a:bodyPr/>
        <a:lstStyle/>
        <a:p>
          <a:r>
            <a:rPr lang="en-US" b="1" i="0" baseline="0"/>
            <a:t>Selection:</a:t>
          </a:r>
          <a:r>
            <a:rPr lang="en-US" b="0" i="0" baseline="0"/>
            <a:t> each cohort nominates 3–5 casuals on a rotational basis; priority for vulnerable and teen mothers.</a:t>
          </a:r>
          <a:endParaRPr lang="en-US"/>
        </a:p>
      </dgm:t>
    </dgm:pt>
    <dgm:pt modelId="{AAFC38A5-9DB3-41CD-BEDD-B823044705A2}" type="parTrans" cxnId="{22D8A942-71DF-4AE1-A289-F6E82EC1F9AC}">
      <dgm:prSet/>
      <dgm:spPr/>
      <dgm:t>
        <a:bodyPr/>
        <a:lstStyle/>
        <a:p>
          <a:endParaRPr lang="en-US"/>
        </a:p>
      </dgm:t>
    </dgm:pt>
    <dgm:pt modelId="{C7BCF67C-1E0D-4827-997C-922708286FF0}" type="sibTrans" cxnId="{22D8A942-71DF-4AE1-A289-F6E82EC1F9AC}">
      <dgm:prSet/>
      <dgm:spPr/>
      <dgm:t>
        <a:bodyPr/>
        <a:lstStyle/>
        <a:p>
          <a:endParaRPr lang="en-US"/>
        </a:p>
      </dgm:t>
    </dgm:pt>
    <dgm:pt modelId="{B3948125-82D9-4C43-A2C5-104C31C7890E}">
      <dgm:prSet/>
      <dgm:spPr/>
      <dgm:t>
        <a:bodyPr/>
        <a:lstStyle/>
        <a:p>
          <a:r>
            <a:rPr lang="en-US" b="1" i="0" baseline="0"/>
            <a:t>Pathways:</a:t>
          </a:r>
          <a:r>
            <a:rPr lang="en-US" b="0" i="0" baseline="0"/>
            <a:t> skills training, rotation to supervisory roles, encouragement to save in VSLAs; quality bonuses for meeting standards.</a:t>
          </a:r>
          <a:endParaRPr lang="en-US"/>
        </a:p>
      </dgm:t>
    </dgm:pt>
    <dgm:pt modelId="{927E6237-CE69-4B3B-A65E-C866C7BF6B12}" type="parTrans" cxnId="{F8CD9C2A-C643-4691-8DF6-B8B80FF0E0D9}">
      <dgm:prSet/>
      <dgm:spPr/>
      <dgm:t>
        <a:bodyPr/>
        <a:lstStyle/>
        <a:p>
          <a:endParaRPr lang="en-US"/>
        </a:p>
      </dgm:t>
    </dgm:pt>
    <dgm:pt modelId="{0290E05B-A6EC-465C-8342-513F115054E4}" type="sibTrans" cxnId="{F8CD9C2A-C643-4691-8DF6-B8B80FF0E0D9}">
      <dgm:prSet/>
      <dgm:spPr/>
      <dgm:t>
        <a:bodyPr/>
        <a:lstStyle/>
        <a:p>
          <a:endParaRPr lang="en-US"/>
        </a:p>
      </dgm:t>
    </dgm:pt>
    <dgm:pt modelId="{A52C422E-7DF7-4E18-BB9B-794941EDA808}" type="pres">
      <dgm:prSet presAssocID="{63CC50EF-D146-4223-9C64-68F49BC4EA08}" presName="linear" presStyleCnt="0">
        <dgm:presLayoutVars>
          <dgm:animLvl val="lvl"/>
          <dgm:resizeHandles val="exact"/>
        </dgm:presLayoutVars>
      </dgm:prSet>
      <dgm:spPr/>
    </dgm:pt>
    <dgm:pt modelId="{C2179D0B-96AA-4431-B837-5A7862C7BE2C}" type="pres">
      <dgm:prSet presAssocID="{91D6D650-CDD4-469B-9B1B-4F1315B15C4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5FB1C94-6F85-4FAE-B92F-7614279479B9}" type="pres">
      <dgm:prSet presAssocID="{63AD60D8-5057-49AB-AB06-78B8FAF3F696}" presName="spacer" presStyleCnt="0"/>
      <dgm:spPr/>
    </dgm:pt>
    <dgm:pt modelId="{39583CAE-6C9C-4627-A227-5C94109923AC}" type="pres">
      <dgm:prSet presAssocID="{36CE23B3-D7E5-49F9-9032-4A9497B75201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911EF4-58EE-4053-BE0E-9307FB9C8004}" type="pres">
      <dgm:prSet presAssocID="{E4561DA6-1991-4C98-B724-F57277C66FB6}" presName="spacer" presStyleCnt="0"/>
      <dgm:spPr/>
    </dgm:pt>
    <dgm:pt modelId="{38CAEE95-C619-4E62-BD44-E3A14D2E7A28}" type="pres">
      <dgm:prSet presAssocID="{68DF3353-C92E-4803-9297-7DD5513DBE9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D177A7A-2EFC-48B1-9A61-4BE7D471F375}" type="pres">
      <dgm:prSet presAssocID="{C7BCF67C-1E0D-4827-997C-922708286FF0}" presName="spacer" presStyleCnt="0"/>
      <dgm:spPr/>
    </dgm:pt>
    <dgm:pt modelId="{524DADC1-5927-4061-A4D0-58B3D0815A15}" type="pres">
      <dgm:prSet presAssocID="{B3948125-82D9-4C43-A2C5-104C31C7890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5458104-E09A-48B6-AEF1-9246296A899A}" type="presOf" srcId="{91D6D650-CDD4-469B-9B1B-4F1315B15C49}" destId="{C2179D0B-96AA-4431-B837-5A7862C7BE2C}" srcOrd="0" destOrd="0" presId="urn:microsoft.com/office/officeart/2005/8/layout/vList2"/>
    <dgm:cxn modelId="{E9CA460E-854C-4D12-AA77-583F7110BF1D}" type="presOf" srcId="{68DF3353-C92E-4803-9297-7DD5513DBE91}" destId="{38CAEE95-C619-4E62-BD44-E3A14D2E7A28}" srcOrd="0" destOrd="0" presId="urn:microsoft.com/office/officeart/2005/8/layout/vList2"/>
    <dgm:cxn modelId="{20B98510-C986-4858-A11B-5FCBC278D55B}" type="presOf" srcId="{36CE23B3-D7E5-49F9-9032-4A9497B75201}" destId="{39583CAE-6C9C-4627-A227-5C94109923AC}" srcOrd="0" destOrd="0" presId="urn:microsoft.com/office/officeart/2005/8/layout/vList2"/>
    <dgm:cxn modelId="{F8CD9C2A-C643-4691-8DF6-B8B80FF0E0D9}" srcId="{63CC50EF-D146-4223-9C64-68F49BC4EA08}" destId="{B3948125-82D9-4C43-A2C5-104C31C7890E}" srcOrd="3" destOrd="0" parTransId="{927E6237-CE69-4B3B-A65E-C866C7BF6B12}" sibTransId="{0290E05B-A6EC-465C-8342-513F115054E4}"/>
    <dgm:cxn modelId="{22D8A942-71DF-4AE1-A289-F6E82EC1F9AC}" srcId="{63CC50EF-D146-4223-9C64-68F49BC4EA08}" destId="{68DF3353-C92E-4803-9297-7DD5513DBE91}" srcOrd="2" destOrd="0" parTransId="{AAFC38A5-9DB3-41CD-BEDD-B823044705A2}" sibTransId="{C7BCF67C-1E0D-4827-997C-922708286FF0}"/>
    <dgm:cxn modelId="{BCB8F668-BA50-4B6F-B145-43941E98D17E}" srcId="{63CC50EF-D146-4223-9C64-68F49BC4EA08}" destId="{36CE23B3-D7E5-49F9-9032-4A9497B75201}" srcOrd="1" destOrd="0" parTransId="{CDA165A9-0A23-4FCA-B550-C543C8C28826}" sibTransId="{E4561DA6-1991-4C98-B724-F57277C66FB6}"/>
    <dgm:cxn modelId="{C39E9A7C-EDD9-40AD-86B5-D9E1E902A6FF}" type="presOf" srcId="{B3948125-82D9-4C43-A2C5-104C31C7890E}" destId="{524DADC1-5927-4061-A4D0-58B3D0815A15}" srcOrd="0" destOrd="0" presId="urn:microsoft.com/office/officeart/2005/8/layout/vList2"/>
    <dgm:cxn modelId="{EE1B9CBA-2AF3-4DC0-8C06-818FB057099F}" type="presOf" srcId="{63CC50EF-D146-4223-9C64-68F49BC4EA08}" destId="{A52C422E-7DF7-4E18-BB9B-794941EDA808}" srcOrd="0" destOrd="0" presId="urn:microsoft.com/office/officeart/2005/8/layout/vList2"/>
    <dgm:cxn modelId="{C174F4F4-7363-4A04-A42B-66F31E1AFEB1}" srcId="{63CC50EF-D146-4223-9C64-68F49BC4EA08}" destId="{91D6D650-CDD4-469B-9B1B-4F1315B15C49}" srcOrd="0" destOrd="0" parTransId="{765F239A-BD6B-4508-A7CA-D4818C1F6CCB}" sibTransId="{63AD60D8-5057-49AB-AB06-78B8FAF3F696}"/>
    <dgm:cxn modelId="{116DDAC8-8A3E-4B6B-BDF1-72A99D5E7A28}" type="presParOf" srcId="{A52C422E-7DF7-4E18-BB9B-794941EDA808}" destId="{C2179D0B-96AA-4431-B837-5A7862C7BE2C}" srcOrd="0" destOrd="0" presId="urn:microsoft.com/office/officeart/2005/8/layout/vList2"/>
    <dgm:cxn modelId="{E1F4D7F2-0B0E-4E45-A6A5-E3A7FE384C92}" type="presParOf" srcId="{A52C422E-7DF7-4E18-BB9B-794941EDA808}" destId="{95FB1C94-6F85-4FAE-B92F-7614279479B9}" srcOrd="1" destOrd="0" presId="urn:microsoft.com/office/officeart/2005/8/layout/vList2"/>
    <dgm:cxn modelId="{358F85F5-0083-499B-B420-5DCCCD7CFC14}" type="presParOf" srcId="{A52C422E-7DF7-4E18-BB9B-794941EDA808}" destId="{39583CAE-6C9C-4627-A227-5C94109923AC}" srcOrd="2" destOrd="0" presId="urn:microsoft.com/office/officeart/2005/8/layout/vList2"/>
    <dgm:cxn modelId="{345EB779-6DBE-44D5-9E6A-3B280B0AE8F3}" type="presParOf" srcId="{A52C422E-7DF7-4E18-BB9B-794941EDA808}" destId="{03911EF4-58EE-4053-BE0E-9307FB9C8004}" srcOrd="3" destOrd="0" presId="urn:microsoft.com/office/officeart/2005/8/layout/vList2"/>
    <dgm:cxn modelId="{8564812E-FB9A-4B42-826F-6AF5E7396B50}" type="presParOf" srcId="{A52C422E-7DF7-4E18-BB9B-794941EDA808}" destId="{38CAEE95-C619-4E62-BD44-E3A14D2E7A28}" srcOrd="4" destOrd="0" presId="urn:microsoft.com/office/officeart/2005/8/layout/vList2"/>
    <dgm:cxn modelId="{614F5C6B-9EB2-424D-AFBD-429D4A487254}" type="presParOf" srcId="{A52C422E-7DF7-4E18-BB9B-794941EDA808}" destId="{DD177A7A-2EFC-48B1-9A61-4BE7D471F375}" srcOrd="5" destOrd="0" presId="urn:microsoft.com/office/officeart/2005/8/layout/vList2"/>
    <dgm:cxn modelId="{FF5074CD-A3D9-4144-873C-44EEEBB397B1}" type="presParOf" srcId="{A52C422E-7DF7-4E18-BB9B-794941EDA808}" destId="{524DADC1-5927-4061-A4D0-58B3D0815A15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9124959-41B0-417E-9FA3-31D9B12AEA1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55FC230-7C5B-4BE1-A69A-FF5EBD7DAF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Shared storage:</a:t>
          </a:r>
          <a:r>
            <a:rPr lang="en-US" b="0" i="0" baseline="0"/>
            <a:t> community‑managed cold or insulated storage with user‑fee model; maintenance funds held by VSLAs.</a:t>
          </a:r>
          <a:endParaRPr lang="en-US"/>
        </a:p>
      </dgm:t>
    </dgm:pt>
    <dgm:pt modelId="{7BE149AF-0C00-4CC8-A164-DC89A278EA9F}" type="parTrans" cxnId="{BC5E91C3-1ADA-46F9-9582-F00AD10ABAA9}">
      <dgm:prSet/>
      <dgm:spPr/>
      <dgm:t>
        <a:bodyPr/>
        <a:lstStyle/>
        <a:p>
          <a:endParaRPr lang="en-US"/>
        </a:p>
      </dgm:t>
    </dgm:pt>
    <dgm:pt modelId="{A26F4DEE-C93A-4200-BFD5-BEF945C83124}" type="sibTrans" cxnId="{BC5E91C3-1ADA-46F9-9582-F00AD10ABAA9}">
      <dgm:prSet/>
      <dgm:spPr/>
      <dgm:t>
        <a:bodyPr/>
        <a:lstStyle/>
        <a:p>
          <a:endParaRPr lang="en-US"/>
        </a:p>
      </dgm:t>
    </dgm:pt>
    <dgm:pt modelId="{71309604-FF48-4D5E-BE85-3217681EE5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Aggregation centers:</a:t>
          </a:r>
          <a:r>
            <a:rPr lang="en-US" b="0" i="0" baseline="0"/>
            <a:t> sorting, basic packaging and quality checks to meet buyer specs.</a:t>
          </a:r>
          <a:endParaRPr lang="en-US"/>
        </a:p>
      </dgm:t>
    </dgm:pt>
    <dgm:pt modelId="{A2BFF85A-AEB2-48FA-90AF-EBB9BFE95472}" type="parTrans" cxnId="{85920F68-A316-42C6-A6AD-392DE9EEF597}">
      <dgm:prSet/>
      <dgm:spPr/>
      <dgm:t>
        <a:bodyPr/>
        <a:lstStyle/>
        <a:p>
          <a:endParaRPr lang="en-US"/>
        </a:p>
      </dgm:t>
    </dgm:pt>
    <dgm:pt modelId="{4BC0A2D8-1E5F-4011-8D78-46D63B256057}" type="sibTrans" cxnId="{85920F68-A316-42C6-A6AD-392DE9EEF597}">
      <dgm:prSet/>
      <dgm:spPr/>
      <dgm:t>
        <a:bodyPr/>
        <a:lstStyle/>
        <a:p>
          <a:endParaRPr lang="en-US"/>
        </a:p>
      </dgm:t>
    </dgm:pt>
    <dgm:pt modelId="{39797F85-0DC6-4946-BB0A-419B445BBB6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Revenue flow:</a:t>
          </a:r>
          <a:r>
            <a:rPr lang="en-US" b="0" i="0" baseline="0"/>
            <a:t> sales cover input repayment first; net proceeds split 50/50.</a:t>
          </a:r>
          <a:endParaRPr lang="en-US"/>
        </a:p>
      </dgm:t>
    </dgm:pt>
    <dgm:pt modelId="{96BE36D6-C23B-4265-B84A-B743E3BA67E2}" type="parTrans" cxnId="{00F46DF0-F7A1-4D42-8ED0-25BEF8E5A9B3}">
      <dgm:prSet/>
      <dgm:spPr/>
      <dgm:t>
        <a:bodyPr/>
        <a:lstStyle/>
        <a:p>
          <a:endParaRPr lang="en-US"/>
        </a:p>
      </dgm:t>
    </dgm:pt>
    <dgm:pt modelId="{535DE66C-7085-4B31-9FBB-706B01942071}" type="sibTrans" cxnId="{00F46DF0-F7A1-4D42-8ED0-25BEF8E5A9B3}">
      <dgm:prSet/>
      <dgm:spPr/>
      <dgm:t>
        <a:bodyPr/>
        <a:lstStyle/>
        <a:p>
          <a:endParaRPr lang="en-US"/>
        </a:p>
      </dgm:t>
    </dgm:pt>
    <dgm:pt modelId="{C3D37E17-4DA2-4B49-BCC8-432D752083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Branding:</a:t>
          </a:r>
          <a:r>
            <a:rPr lang="en-US" b="0" i="0" baseline="0"/>
            <a:t> AAYWA supports women‑led, organic‑fertilizer branding and traceability.</a:t>
          </a:r>
          <a:endParaRPr lang="en-US"/>
        </a:p>
      </dgm:t>
    </dgm:pt>
    <dgm:pt modelId="{AF79615C-A3C3-465A-B500-9822961480D0}" type="parTrans" cxnId="{ECB5C3D6-D3E8-42E0-BC27-32397C22FDFA}">
      <dgm:prSet/>
      <dgm:spPr/>
      <dgm:t>
        <a:bodyPr/>
        <a:lstStyle/>
        <a:p>
          <a:endParaRPr lang="en-US"/>
        </a:p>
      </dgm:t>
    </dgm:pt>
    <dgm:pt modelId="{27F5CE96-B76F-40B1-89B6-F531E94357D1}" type="sibTrans" cxnId="{ECB5C3D6-D3E8-42E0-BC27-32397C22FDFA}">
      <dgm:prSet/>
      <dgm:spPr/>
      <dgm:t>
        <a:bodyPr/>
        <a:lstStyle/>
        <a:p>
          <a:endParaRPr lang="en-US"/>
        </a:p>
      </dgm:t>
    </dgm:pt>
    <dgm:pt modelId="{5CDC3CCF-9D83-4AEC-81AB-C9BE08272675}" type="pres">
      <dgm:prSet presAssocID="{A9124959-41B0-417E-9FA3-31D9B12AEA11}" presName="root" presStyleCnt="0">
        <dgm:presLayoutVars>
          <dgm:dir/>
          <dgm:resizeHandles val="exact"/>
        </dgm:presLayoutVars>
      </dgm:prSet>
      <dgm:spPr/>
    </dgm:pt>
    <dgm:pt modelId="{8D7D8256-6D96-4C0E-BE96-7F45B9F18C26}" type="pres">
      <dgm:prSet presAssocID="{E55FC230-7C5B-4BE1-A69A-FF5EBD7DAF47}" presName="compNode" presStyleCnt="0"/>
      <dgm:spPr/>
    </dgm:pt>
    <dgm:pt modelId="{350C0CE1-F415-4F41-8EF1-C26E7536DB69}" type="pres">
      <dgm:prSet presAssocID="{E55FC230-7C5B-4BE1-A69A-FF5EBD7DAF47}" presName="bgRect" presStyleLbl="bgShp" presStyleIdx="0" presStyleCnt="4"/>
      <dgm:spPr/>
    </dgm:pt>
    <dgm:pt modelId="{FB08FFAC-FCCF-47F9-9916-FEB971A0C1CB}" type="pres">
      <dgm:prSet presAssocID="{E55FC230-7C5B-4BE1-A69A-FF5EBD7DAF4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old bars"/>
        </a:ext>
      </dgm:extLst>
    </dgm:pt>
    <dgm:pt modelId="{5F2264A2-8982-4029-A456-FA27AE2225CA}" type="pres">
      <dgm:prSet presAssocID="{E55FC230-7C5B-4BE1-A69A-FF5EBD7DAF47}" presName="spaceRect" presStyleCnt="0"/>
      <dgm:spPr/>
    </dgm:pt>
    <dgm:pt modelId="{0E4E583F-9FA2-4B55-A03C-E69DA31DCE46}" type="pres">
      <dgm:prSet presAssocID="{E55FC230-7C5B-4BE1-A69A-FF5EBD7DAF47}" presName="parTx" presStyleLbl="revTx" presStyleIdx="0" presStyleCnt="4">
        <dgm:presLayoutVars>
          <dgm:chMax val="0"/>
          <dgm:chPref val="0"/>
        </dgm:presLayoutVars>
      </dgm:prSet>
      <dgm:spPr/>
    </dgm:pt>
    <dgm:pt modelId="{74CF6C6A-E666-4A5D-8836-516194A03D4C}" type="pres">
      <dgm:prSet presAssocID="{A26F4DEE-C93A-4200-BFD5-BEF945C83124}" presName="sibTrans" presStyleCnt="0"/>
      <dgm:spPr/>
    </dgm:pt>
    <dgm:pt modelId="{87114823-06E0-44FF-9865-47C9A1E2A1BB}" type="pres">
      <dgm:prSet presAssocID="{71309604-FF48-4D5E-BE85-3217681EE5F5}" presName="compNode" presStyleCnt="0"/>
      <dgm:spPr/>
    </dgm:pt>
    <dgm:pt modelId="{3759E54C-50A4-4EA4-9784-F2F02B8F3FE1}" type="pres">
      <dgm:prSet presAssocID="{71309604-FF48-4D5E-BE85-3217681EE5F5}" presName="bgRect" presStyleLbl="bgShp" presStyleIdx="1" presStyleCnt="4"/>
      <dgm:spPr/>
    </dgm:pt>
    <dgm:pt modelId="{A5848A57-06F9-4C73-A101-0FD8F802ADBF}" type="pres">
      <dgm:prSet presAssocID="{71309604-FF48-4D5E-BE85-3217681EE5F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41BA5C89-0F6A-4EB4-818D-80FD25DE0203}" type="pres">
      <dgm:prSet presAssocID="{71309604-FF48-4D5E-BE85-3217681EE5F5}" presName="spaceRect" presStyleCnt="0"/>
      <dgm:spPr/>
    </dgm:pt>
    <dgm:pt modelId="{D0ADF868-AA09-4647-A5E4-E8F65E343DA2}" type="pres">
      <dgm:prSet presAssocID="{71309604-FF48-4D5E-BE85-3217681EE5F5}" presName="parTx" presStyleLbl="revTx" presStyleIdx="1" presStyleCnt="4">
        <dgm:presLayoutVars>
          <dgm:chMax val="0"/>
          <dgm:chPref val="0"/>
        </dgm:presLayoutVars>
      </dgm:prSet>
      <dgm:spPr/>
    </dgm:pt>
    <dgm:pt modelId="{17446988-63B5-47EA-AA40-DD8E4AF9764D}" type="pres">
      <dgm:prSet presAssocID="{4BC0A2D8-1E5F-4011-8D78-46D63B256057}" presName="sibTrans" presStyleCnt="0"/>
      <dgm:spPr/>
    </dgm:pt>
    <dgm:pt modelId="{9601136A-2CB0-4F5E-A154-A71979FC46CB}" type="pres">
      <dgm:prSet presAssocID="{39797F85-0DC6-4946-BB0A-419B445BBB64}" presName="compNode" presStyleCnt="0"/>
      <dgm:spPr/>
    </dgm:pt>
    <dgm:pt modelId="{E6ED409E-3351-45CA-9A25-5194D67FC383}" type="pres">
      <dgm:prSet presAssocID="{39797F85-0DC6-4946-BB0A-419B445BBB64}" presName="bgRect" presStyleLbl="bgShp" presStyleIdx="2" presStyleCnt="4"/>
      <dgm:spPr/>
    </dgm:pt>
    <dgm:pt modelId="{8FF97CDC-24BC-41FB-8979-5084C885DD8F}" type="pres">
      <dgm:prSet presAssocID="{39797F85-0DC6-4946-BB0A-419B445BBB6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581ADD4D-339E-4885-B87E-6248183FA763}" type="pres">
      <dgm:prSet presAssocID="{39797F85-0DC6-4946-BB0A-419B445BBB64}" presName="spaceRect" presStyleCnt="0"/>
      <dgm:spPr/>
    </dgm:pt>
    <dgm:pt modelId="{01F5AD8A-2E4A-46C1-B7DA-7BD34FFD0013}" type="pres">
      <dgm:prSet presAssocID="{39797F85-0DC6-4946-BB0A-419B445BBB64}" presName="parTx" presStyleLbl="revTx" presStyleIdx="2" presStyleCnt="4">
        <dgm:presLayoutVars>
          <dgm:chMax val="0"/>
          <dgm:chPref val="0"/>
        </dgm:presLayoutVars>
      </dgm:prSet>
      <dgm:spPr/>
    </dgm:pt>
    <dgm:pt modelId="{F7CEE2E6-5D23-4806-BBEC-F7B68530DF17}" type="pres">
      <dgm:prSet presAssocID="{535DE66C-7085-4B31-9FBB-706B01942071}" presName="sibTrans" presStyleCnt="0"/>
      <dgm:spPr/>
    </dgm:pt>
    <dgm:pt modelId="{6DCF18BE-5E04-4679-8B33-1E5499154690}" type="pres">
      <dgm:prSet presAssocID="{C3D37E17-4DA2-4B49-BCC8-432D75208323}" presName="compNode" presStyleCnt="0"/>
      <dgm:spPr/>
    </dgm:pt>
    <dgm:pt modelId="{1BF8C957-27D4-4F08-9D50-91C5C25A99DF}" type="pres">
      <dgm:prSet presAssocID="{C3D37E17-4DA2-4B49-BCC8-432D75208323}" presName="bgRect" presStyleLbl="bgShp" presStyleIdx="3" presStyleCnt="4"/>
      <dgm:spPr/>
    </dgm:pt>
    <dgm:pt modelId="{51551CC7-4902-418A-9F81-9699807E3728}" type="pres">
      <dgm:prSet presAssocID="{C3D37E17-4DA2-4B49-BCC8-432D7520832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8161392F-8B7C-48FA-BB30-683EB3BE1156}" type="pres">
      <dgm:prSet presAssocID="{C3D37E17-4DA2-4B49-BCC8-432D75208323}" presName="spaceRect" presStyleCnt="0"/>
      <dgm:spPr/>
    </dgm:pt>
    <dgm:pt modelId="{88C401D1-AD2D-4269-80ED-5F9004F3C47B}" type="pres">
      <dgm:prSet presAssocID="{C3D37E17-4DA2-4B49-BCC8-432D7520832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78C6916-ED5E-4116-A644-8C1442BDEB61}" type="presOf" srcId="{71309604-FF48-4D5E-BE85-3217681EE5F5}" destId="{D0ADF868-AA09-4647-A5E4-E8F65E343DA2}" srcOrd="0" destOrd="0" presId="urn:microsoft.com/office/officeart/2018/2/layout/IconVerticalSolidList"/>
    <dgm:cxn modelId="{191A6624-50C9-4DC3-9E80-1EB69D24A078}" type="presOf" srcId="{A9124959-41B0-417E-9FA3-31D9B12AEA11}" destId="{5CDC3CCF-9D83-4AEC-81AB-C9BE08272675}" srcOrd="0" destOrd="0" presId="urn:microsoft.com/office/officeart/2018/2/layout/IconVerticalSolidList"/>
    <dgm:cxn modelId="{E78ECD66-CEE9-476E-AFC6-51CF94281A42}" type="presOf" srcId="{E55FC230-7C5B-4BE1-A69A-FF5EBD7DAF47}" destId="{0E4E583F-9FA2-4B55-A03C-E69DA31DCE46}" srcOrd="0" destOrd="0" presId="urn:microsoft.com/office/officeart/2018/2/layout/IconVerticalSolidList"/>
    <dgm:cxn modelId="{85920F68-A316-42C6-A6AD-392DE9EEF597}" srcId="{A9124959-41B0-417E-9FA3-31D9B12AEA11}" destId="{71309604-FF48-4D5E-BE85-3217681EE5F5}" srcOrd="1" destOrd="0" parTransId="{A2BFF85A-AEB2-48FA-90AF-EBB9BFE95472}" sibTransId="{4BC0A2D8-1E5F-4011-8D78-46D63B256057}"/>
    <dgm:cxn modelId="{94653BBD-AF3D-4F90-8907-57D25C9E3841}" type="presOf" srcId="{39797F85-0DC6-4946-BB0A-419B445BBB64}" destId="{01F5AD8A-2E4A-46C1-B7DA-7BD34FFD0013}" srcOrd="0" destOrd="0" presId="urn:microsoft.com/office/officeart/2018/2/layout/IconVerticalSolidList"/>
    <dgm:cxn modelId="{BC5E91C3-1ADA-46F9-9582-F00AD10ABAA9}" srcId="{A9124959-41B0-417E-9FA3-31D9B12AEA11}" destId="{E55FC230-7C5B-4BE1-A69A-FF5EBD7DAF47}" srcOrd="0" destOrd="0" parTransId="{7BE149AF-0C00-4CC8-A164-DC89A278EA9F}" sibTransId="{A26F4DEE-C93A-4200-BFD5-BEF945C83124}"/>
    <dgm:cxn modelId="{5C5ABFCB-F4F1-48CB-89AD-42D79B2F7A80}" type="presOf" srcId="{C3D37E17-4DA2-4B49-BCC8-432D75208323}" destId="{88C401D1-AD2D-4269-80ED-5F9004F3C47B}" srcOrd="0" destOrd="0" presId="urn:microsoft.com/office/officeart/2018/2/layout/IconVerticalSolidList"/>
    <dgm:cxn modelId="{ECB5C3D6-D3E8-42E0-BC27-32397C22FDFA}" srcId="{A9124959-41B0-417E-9FA3-31D9B12AEA11}" destId="{C3D37E17-4DA2-4B49-BCC8-432D75208323}" srcOrd="3" destOrd="0" parTransId="{AF79615C-A3C3-465A-B500-9822961480D0}" sibTransId="{27F5CE96-B76F-40B1-89B6-F531E94357D1}"/>
    <dgm:cxn modelId="{00F46DF0-F7A1-4D42-8ED0-25BEF8E5A9B3}" srcId="{A9124959-41B0-417E-9FA3-31D9B12AEA11}" destId="{39797F85-0DC6-4946-BB0A-419B445BBB64}" srcOrd="2" destOrd="0" parTransId="{96BE36D6-C23B-4265-B84A-B743E3BA67E2}" sibTransId="{535DE66C-7085-4B31-9FBB-706B01942071}"/>
    <dgm:cxn modelId="{A0D10425-36FB-4468-AF04-9A5A80B1AA72}" type="presParOf" srcId="{5CDC3CCF-9D83-4AEC-81AB-C9BE08272675}" destId="{8D7D8256-6D96-4C0E-BE96-7F45B9F18C26}" srcOrd="0" destOrd="0" presId="urn:microsoft.com/office/officeart/2018/2/layout/IconVerticalSolidList"/>
    <dgm:cxn modelId="{2419E591-396E-4E81-B78C-7DC24A97F786}" type="presParOf" srcId="{8D7D8256-6D96-4C0E-BE96-7F45B9F18C26}" destId="{350C0CE1-F415-4F41-8EF1-C26E7536DB69}" srcOrd="0" destOrd="0" presId="urn:microsoft.com/office/officeart/2018/2/layout/IconVerticalSolidList"/>
    <dgm:cxn modelId="{2273A520-43F7-4CAB-A490-DA1BC2D40E31}" type="presParOf" srcId="{8D7D8256-6D96-4C0E-BE96-7F45B9F18C26}" destId="{FB08FFAC-FCCF-47F9-9916-FEB971A0C1CB}" srcOrd="1" destOrd="0" presId="urn:microsoft.com/office/officeart/2018/2/layout/IconVerticalSolidList"/>
    <dgm:cxn modelId="{971F96D6-8023-430C-9CC3-93295F6405BA}" type="presParOf" srcId="{8D7D8256-6D96-4C0E-BE96-7F45B9F18C26}" destId="{5F2264A2-8982-4029-A456-FA27AE2225CA}" srcOrd="2" destOrd="0" presId="urn:microsoft.com/office/officeart/2018/2/layout/IconVerticalSolidList"/>
    <dgm:cxn modelId="{1354AAF0-1E66-41B4-97AB-9FAB0D470AF1}" type="presParOf" srcId="{8D7D8256-6D96-4C0E-BE96-7F45B9F18C26}" destId="{0E4E583F-9FA2-4B55-A03C-E69DA31DCE46}" srcOrd="3" destOrd="0" presId="urn:microsoft.com/office/officeart/2018/2/layout/IconVerticalSolidList"/>
    <dgm:cxn modelId="{D362A578-5C76-40C2-A942-948E0AD48CAE}" type="presParOf" srcId="{5CDC3CCF-9D83-4AEC-81AB-C9BE08272675}" destId="{74CF6C6A-E666-4A5D-8836-516194A03D4C}" srcOrd="1" destOrd="0" presId="urn:microsoft.com/office/officeart/2018/2/layout/IconVerticalSolidList"/>
    <dgm:cxn modelId="{48ED7BB2-00CD-44A5-B988-653EDA6B0A05}" type="presParOf" srcId="{5CDC3CCF-9D83-4AEC-81AB-C9BE08272675}" destId="{87114823-06E0-44FF-9865-47C9A1E2A1BB}" srcOrd="2" destOrd="0" presId="urn:microsoft.com/office/officeart/2018/2/layout/IconVerticalSolidList"/>
    <dgm:cxn modelId="{D169844F-D5C3-4884-B248-6A2DB9B66BD0}" type="presParOf" srcId="{87114823-06E0-44FF-9865-47C9A1E2A1BB}" destId="{3759E54C-50A4-4EA4-9784-F2F02B8F3FE1}" srcOrd="0" destOrd="0" presId="urn:microsoft.com/office/officeart/2018/2/layout/IconVerticalSolidList"/>
    <dgm:cxn modelId="{46DC7E2E-ED2B-4C10-B519-C66CB8242C59}" type="presParOf" srcId="{87114823-06E0-44FF-9865-47C9A1E2A1BB}" destId="{A5848A57-06F9-4C73-A101-0FD8F802ADBF}" srcOrd="1" destOrd="0" presId="urn:microsoft.com/office/officeart/2018/2/layout/IconVerticalSolidList"/>
    <dgm:cxn modelId="{D00A0ABE-3070-4978-90E0-B2541E6C3CF9}" type="presParOf" srcId="{87114823-06E0-44FF-9865-47C9A1E2A1BB}" destId="{41BA5C89-0F6A-4EB4-818D-80FD25DE0203}" srcOrd="2" destOrd="0" presId="urn:microsoft.com/office/officeart/2018/2/layout/IconVerticalSolidList"/>
    <dgm:cxn modelId="{DA1C13C1-BC75-423B-8D23-65445BEABB69}" type="presParOf" srcId="{87114823-06E0-44FF-9865-47C9A1E2A1BB}" destId="{D0ADF868-AA09-4647-A5E4-E8F65E343DA2}" srcOrd="3" destOrd="0" presId="urn:microsoft.com/office/officeart/2018/2/layout/IconVerticalSolidList"/>
    <dgm:cxn modelId="{2D71B401-2281-401C-8EF6-EECE49245F61}" type="presParOf" srcId="{5CDC3CCF-9D83-4AEC-81AB-C9BE08272675}" destId="{17446988-63B5-47EA-AA40-DD8E4AF9764D}" srcOrd="3" destOrd="0" presId="urn:microsoft.com/office/officeart/2018/2/layout/IconVerticalSolidList"/>
    <dgm:cxn modelId="{D20C9AFD-B144-47E7-98EF-6012A0AE9932}" type="presParOf" srcId="{5CDC3CCF-9D83-4AEC-81AB-C9BE08272675}" destId="{9601136A-2CB0-4F5E-A154-A71979FC46CB}" srcOrd="4" destOrd="0" presId="urn:microsoft.com/office/officeart/2018/2/layout/IconVerticalSolidList"/>
    <dgm:cxn modelId="{906BDEA4-6695-41F9-AF44-1243362F5691}" type="presParOf" srcId="{9601136A-2CB0-4F5E-A154-A71979FC46CB}" destId="{E6ED409E-3351-45CA-9A25-5194D67FC383}" srcOrd="0" destOrd="0" presId="urn:microsoft.com/office/officeart/2018/2/layout/IconVerticalSolidList"/>
    <dgm:cxn modelId="{2794AA5C-7850-4A62-942E-1C836191E5AF}" type="presParOf" srcId="{9601136A-2CB0-4F5E-A154-A71979FC46CB}" destId="{8FF97CDC-24BC-41FB-8979-5084C885DD8F}" srcOrd="1" destOrd="0" presId="urn:microsoft.com/office/officeart/2018/2/layout/IconVerticalSolidList"/>
    <dgm:cxn modelId="{70A12776-64E6-48E4-8BA5-2EDFFA4F8AD0}" type="presParOf" srcId="{9601136A-2CB0-4F5E-A154-A71979FC46CB}" destId="{581ADD4D-339E-4885-B87E-6248183FA763}" srcOrd="2" destOrd="0" presId="urn:microsoft.com/office/officeart/2018/2/layout/IconVerticalSolidList"/>
    <dgm:cxn modelId="{95AE9549-8133-436D-A304-AFB86BFFF3AB}" type="presParOf" srcId="{9601136A-2CB0-4F5E-A154-A71979FC46CB}" destId="{01F5AD8A-2E4A-46C1-B7DA-7BD34FFD0013}" srcOrd="3" destOrd="0" presId="urn:microsoft.com/office/officeart/2018/2/layout/IconVerticalSolidList"/>
    <dgm:cxn modelId="{2E5E0CFF-CAEA-4277-8271-FB423E26F2AC}" type="presParOf" srcId="{5CDC3CCF-9D83-4AEC-81AB-C9BE08272675}" destId="{F7CEE2E6-5D23-4806-BBEC-F7B68530DF17}" srcOrd="5" destOrd="0" presId="urn:microsoft.com/office/officeart/2018/2/layout/IconVerticalSolidList"/>
    <dgm:cxn modelId="{06D543F9-9858-4D22-ACC8-8BACEF1BF593}" type="presParOf" srcId="{5CDC3CCF-9D83-4AEC-81AB-C9BE08272675}" destId="{6DCF18BE-5E04-4679-8B33-1E5499154690}" srcOrd="6" destOrd="0" presId="urn:microsoft.com/office/officeart/2018/2/layout/IconVerticalSolidList"/>
    <dgm:cxn modelId="{8195718D-504B-4C2A-AE58-2E5C0F7B69D3}" type="presParOf" srcId="{6DCF18BE-5E04-4679-8B33-1E5499154690}" destId="{1BF8C957-27D4-4F08-9D50-91C5C25A99DF}" srcOrd="0" destOrd="0" presId="urn:microsoft.com/office/officeart/2018/2/layout/IconVerticalSolidList"/>
    <dgm:cxn modelId="{38CC7380-EC58-4279-8A81-8794C41E41FA}" type="presParOf" srcId="{6DCF18BE-5E04-4679-8B33-1E5499154690}" destId="{51551CC7-4902-418A-9F81-9699807E3728}" srcOrd="1" destOrd="0" presId="urn:microsoft.com/office/officeart/2018/2/layout/IconVerticalSolidList"/>
    <dgm:cxn modelId="{D2557740-2095-445E-9BC3-4C348E511D2D}" type="presParOf" srcId="{6DCF18BE-5E04-4679-8B33-1E5499154690}" destId="{8161392F-8B7C-48FA-BB30-683EB3BE1156}" srcOrd="2" destOrd="0" presId="urn:microsoft.com/office/officeart/2018/2/layout/IconVerticalSolidList"/>
    <dgm:cxn modelId="{5CF4E01A-25D3-4463-A20B-4CA155DC7D3C}" type="presParOf" srcId="{6DCF18BE-5E04-4679-8B33-1E5499154690}" destId="{88C401D1-AD2D-4269-80ED-5F9004F3C4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90F64E2-2B75-48BB-AEB0-665C92C4093A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89DAFCF-F7C6-4B71-B238-64AEDD3969E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Phase 1 Setup (Months 1–6):</a:t>
          </a:r>
          <a:r>
            <a:rPr lang="en-US" b="0" i="0" baseline="0"/>
            <a:t> partnerships, baseline, PMU, lease farms, form VSLAs, recruit trainers and casuals, install basic infrastructure.</a:t>
          </a:r>
          <a:endParaRPr lang="en-US"/>
        </a:p>
      </dgm:t>
    </dgm:pt>
    <dgm:pt modelId="{0233D7C4-A228-481F-B902-E1B6141378C2}" type="parTrans" cxnId="{82DFEFB9-AF31-404A-A165-12ED5A165585}">
      <dgm:prSet/>
      <dgm:spPr/>
      <dgm:t>
        <a:bodyPr/>
        <a:lstStyle/>
        <a:p>
          <a:endParaRPr lang="en-US"/>
        </a:p>
      </dgm:t>
    </dgm:pt>
    <dgm:pt modelId="{4035C4F8-4551-4094-B21E-8DB68E8DA4CB}" type="sibTrans" cxnId="{82DFEFB9-AF31-404A-A165-12ED5A16558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2F7C0A0-9FCA-484F-838D-797775544B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Phase 2 Implementation (Months 7–24):</a:t>
          </a:r>
          <a:r>
            <a:rPr lang="en-US" b="0" i="0" baseline="0"/>
            <a:t> ToT and cascade training, compost production scale‑up, harvest cycles, storage commissioning, invoicing and sales.</a:t>
          </a:r>
          <a:endParaRPr lang="en-US"/>
        </a:p>
      </dgm:t>
    </dgm:pt>
    <dgm:pt modelId="{F9EDC979-4750-4730-A169-C625C0751909}" type="parTrans" cxnId="{EE667FA9-2FE3-4588-938E-B1C8E8A07F43}">
      <dgm:prSet/>
      <dgm:spPr/>
      <dgm:t>
        <a:bodyPr/>
        <a:lstStyle/>
        <a:p>
          <a:endParaRPr lang="en-US"/>
        </a:p>
      </dgm:t>
    </dgm:pt>
    <dgm:pt modelId="{E5CD0D46-D14C-4F70-8E55-DE5DE6C54E67}" type="sibTrans" cxnId="{EE667FA9-2FE3-4588-938E-B1C8E8A07F4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B42169-2BEA-4428-B816-E7E49DC1CC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Phase 3 Consolidation (Months 25–36):</a:t>
          </a:r>
          <a:r>
            <a:rPr lang="en-US" b="0" i="0" baseline="0"/>
            <a:t> strengthen contracts, scale additional cohorts, document lessons, final evaluation and dissemination.</a:t>
          </a:r>
          <a:endParaRPr lang="en-US"/>
        </a:p>
      </dgm:t>
    </dgm:pt>
    <dgm:pt modelId="{5CEC708F-44DA-4994-9222-AA220D8EF9EC}" type="parTrans" cxnId="{2C95903C-10EC-4549-A569-FACBDA31F8FC}">
      <dgm:prSet/>
      <dgm:spPr/>
      <dgm:t>
        <a:bodyPr/>
        <a:lstStyle/>
        <a:p>
          <a:endParaRPr lang="en-US"/>
        </a:p>
      </dgm:t>
    </dgm:pt>
    <dgm:pt modelId="{08436F7F-61E2-4A87-A3AE-6B80CAE40AE2}" type="sibTrans" cxnId="{2C95903C-10EC-4549-A569-FACBDA31F8F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87696F6-E2D9-4339-AAAA-F937B33BC0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i="0" baseline="0"/>
            <a:t>Key milestones:</a:t>
          </a:r>
          <a:r>
            <a:rPr lang="en-US" b="0" i="0" baseline="0"/>
            <a:t> baseline, first harvest, midline (M18), commercial compost sales start, endline.</a:t>
          </a:r>
          <a:endParaRPr lang="en-US"/>
        </a:p>
      </dgm:t>
    </dgm:pt>
    <dgm:pt modelId="{4D992740-CF9C-48D9-B956-E024172BE45A}" type="parTrans" cxnId="{A2677CFB-F098-4183-8C0E-51DBCE090E0C}">
      <dgm:prSet/>
      <dgm:spPr/>
      <dgm:t>
        <a:bodyPr/>
        <a:lstStyle/>
        <a:p>
          <a:endParaRPr lang="en-US"/>
        </a:p>
      </dgm:t>
    </dgm:pt>
    <dgm:pt modelId="{77D58F37-8971-4BEE-98E3-677AC061758D}" type="sibTrans" cxnId="{A2677CFB-F098-4183-8C0E-51DBCE090E0C}">
      <dgm:prSet/>
      <dgm:spPr/>
      <dgm:t>
        <a:bodyPr/>
        <a:lstStyle/>
        <a:p>
          <a:endParaRPr lang="en-US"/>
        </a:p>
      </dgm:t>
    </dgm:pt>
    <dgm:pt modelId="{4BD6E29B-026E-45F1-9A75-425D1DB892F7}" type="pres">
      <dgm:prSet presAssocID="{A90F64E2-2B75-48BB-AEB0-665C92C4093A}" presName="root" presStyleCnt="0">
        <dgm:presLayoutVars>
          <dgm:dir/>
          <dgm:resizeHandles val="exact"/>
        </dgm:presLayoutVars>
      </dgm:prSet>
      <dgm:spPr/>
    </dgm:pt>
    <dgm:pt modelId="{B54F04D2-57EA-413E-972F-A87AA67B2C42}" type="pres">
      <dgm:prSet presAssocID="{A90F64E2-2B75-48BB-AEB0-665C92C4093A}" presName="container" presStyleCnt="0">
        <dgm:presLayoutVars>
          <dgm:dir/>
          <dgm:resizeHandles val="exact"/>
        </dgm:presLayoutVars>
      </dgm:prSet>
      <dgm:spPr/>
    </dgm:pt>
    <dgm:pt modelId="{2C82A3AB-09F3-4679-A194-D8EBB2C1869B}" type="pres">
      <dgm:prSet presAssocID="{189DAFCF-F7C6-4B71-B238-64AEDD3969E3}" presName="compNode" presStyleCnt="0"/>
      <dgm:spPr/>
    </dgm:pt>
    <dgm:pt modelId="{37A52350-3EA9-4CBA-B168-3CEED2B83FD7}" type="pres">
      <dgm:prSet presAssocID="{189DAFCF-F7C6-4B71-B238-64AEDD3969E3}" presName="iconBgRect" presStyleLbl="bgShp" presStyleIdx="0" presStyleCnt="4"/>
      <dgm:spPr/>
    </dgm:pt>
    <dgm:pt modelId="{F885D68D-55AC-4A45-98E1-569AF75A3338}" type="pres">
      <dgm:prSet presAssocID="{189DAFCF-F7C6-4B71-B238-64AEDD3969E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B13BF21E-29B5-4C2D-BA31-3935BFE8A949}" type="pres">
      <dgm:prSet presAssocID="{189DAFCF-F7C6-4B71-B238-64AEDD3969E3}" presName="spaceRect" presStyleCnt="0"/>
      <dgm:spPr/>
    </dgm:pt>
    <dgm:pt modelId="{437B816C-507E-4457-9CD3-7D30C6D1098C}" type="pres">
      <dgm:prSet presAssocID="{189DAFCF-F7C6-4B71-B238-64AEDD3969E3}" presName="textRect" presStyleLbl="revTx" presStyleIdx="0" presStyleCnt="4">
        <dgm:presLayoutVars>
          <dgm:chMax val="1"/>
          <dgm:chPref val="1"/>
        </dgm:presLayoutVars>
      </dgm:prSet>
      <dgm:spPr/>
    </dgm:pt>
    <dgm:pt modelId="{5C191503-7C7E-4F91-ABC4-B660B5D5BEFC}" type="pres">
      <dgm:prSet presAssocID="{4035C4F8-4551-4094-B21E-8DB68E8DA4CB}" presName="sibTrans" presStyleLbl="sibTrans2D1" presStyleIdx="0" presStyleCnt="0"/>
      <dgm:spPr/>
    </dgm:pt>
    <dgm:pt modelId="{ED6FD506-9172-461E-8AC3-046F43F0C59B}" type="pres">
      <dgm:prSet presAssocID="{B2F7C0A0-9FCA-484F-838D-797775544B67}" presName="compNode" presStyleCnt="0"/>
      <dgm:spPr/>
    </dgm:pt>
    <dgm:pt modelId="{1E5044CD-646A-4EEA-9A37-281F7CE2E59B}" type="pres">
      <dgm:prSet presAssocID="{B2F7C0A0-9FCA-484F-838D-797775544B67}" presName="iconBgRect" presStyleLbl="bgShp" presStyleIdx="1" presStyleCnt="4"/>
      <dgm:spPr/>
    </dgm:pt>
    <dgm:pt modelId="{E4BEB9CB-FECF-4464-8B71-F0FFB72E2855}" type="pres">
      <dgm:prSet presAssocID="{B2F7C0A0-9FCA-484F-838D-797775544B67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B2021FA7-9339-4409-A350-B9A076A0126B}" type="pres">
      <dgm:prSet presAssocID="{B2F7C0A0-9FCA-484F-838D-797775544B67}" presName="spaceRect" presStyleCnt="0"/>
      <dgm:spPr/>
    </dgm:pt>
    <dgm:pt modelId="{69687D6F-6D40-46F8-963E-EBA7B826EDD9}" type="pres">
      <dgm:prSet presAssocID="{B2F7C0A0-9FCA-484F-838D-797775544B67}" presName="textRect" presStyleLbl="revTx" presStyleIdx="1" presStyleCnt="4">
        <dgm:presLayoutVars>
          <dgm:chMax val="1"/>
          <dgm:chPref val="1"/>
        </dgm:presLayoutVars>
      </dgm:prSet>
      <dgm:spPr/>
    </dgm:pt>
    <dgm:pt modelId="{2545B08B-39FF-4F5C-BA2D-64439A80C166}" type="pres">
      <dgm:prSet presAssocID="{E5CD0D46-D14C-4F70-8E55-DE5DE6C54E67}" presName="sibTrans" presStyleLbl="sibTrans2D1" presStyleIdx="0" presStyleCnt="0"/>
      <dgm:spPr/>
    </dgm:pt>
    <dgm:pt modelId="{D8EBE8FA-E39F-43AA-83A2-790697B21BEB}" type="pres">
      <dgm:prSet presAssocID="{F5B42169-2BEA-4428-B816-E7E49DC1CCAB}" presName="compNode" presStyleCnt="0"/>
      <dgm:spPr/>
    </dgm:pt>
    <dgm:pt modelId="{E5EA9659-1EB3-45B1-94B6-6DBD8F86A03E}" type="pres">
      <dgm:prSet presAssocID="{F5B42169-2BEA-4428-B816-E7E49DC1CCAB}" presName="iconBgRect" presStyleLbl="bgShp" presStyleIdx="2" presStyleCnt="4"/>
      <dgm:spPr/>
    </dgm:pt>
    <dgm:pt modelId="{1AC9DDC4-29C8-4A63-A296-BD0212BC6662}" type="pres">
      <dgm:prSet presAssocID="{F5B42169-2BEA-4428-B816-E7E49DC1CC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edding Rings"/>
        </a:ext>
      </dgm:extLst>
    </dgm:pt>
    <dgm:pt modelId="{CFB69A33-5B7E-4FAD-9D58-6DD866212E50}" type="pres">
      <dgm:prSet presAssocID="{F5B42169-2BEA-4428-B816-E7E49DC1CCAB}" presName="spaceRect" presStyleCnt="0"/>
      <dgm:spPr/>
    </dgm:pt>
    <dgm:pt modelId="{17433EB5-002B-42CE-853D-1D4848176373}" type="pres">
      <dgm:prSet presAssocID="{F5B42169-2BEA-4428-B816-E7E49DC1CCAB}" presName="textRect" presStyleLbl="revTx" presStyleIdx="2" presStyleCnt="4">
        <dgm:presLayoutVars>
          <dgm:chMax val="1"/>
          <dgm:chPref val="1"/>
        </dgm:presLayoutVars>
      </dgm:prSet>
      <dgm:spPr/>
    </dgm:pt>
    <dgm:pt modelId="{E006115E-124A-43FC-B233-2E8EFFD128D0}" type="pres">
      <dgm:prSet presAssocID="{08436F7F-61E2-4A87-A3AE-6B80CAE40AE2}" presName="sibTrans" presStyleLbl="sibTrans2D1" presStyleIdx="0" presStyleCnt="0"/>
      <dgm:spPr/>
    </dgm:pt>
    <dgm:pt modelId="{C9AED30C-480B-4952-87E5-7CC899769FF6}" type="pres">
      <dgm:prSet presAssocID="{187696F6-E2D9-4339-AAAA-F937B33BC079}" presName="compNode" presStyleCnt="0"/>
      <dgm:spPr/>
    </dgm:pt>
    <dgm:pt modelId="{979C65B6-A788-4169-83B0-6827A2AC1724}" type="pres">
      <dgm:prSet presAssocID="{187696F6-E2D9-4339-AAAA-F937B33BC079}" presName="iconBgRect" presStyleLbl="bgShp" presStyleIdx="3" presStyleCnt="4"/>
      <dgm:spPr/>
    </dgm:pt>
    <dgm:pt modelId="{843114FA-EAF2-4C4C-A609-45BFE3629C57}" type="pres">
      <dgm:prSet presAssocID="{187696F6-E2D9-4339-AAAA-F937B33BC07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E61952F5-09FD-424F-989B-F1745C813127}" type="pres">
      <dgm:prSet presAssocID="{187696F6-E2D9-4339-AAAA-F937B33BC079}" presName="spaceRect" presStyleCnt="0"/>
      <dgm:spPr/>
    </dgm:pt>
    <dgm:pt modelId="{8140367A-8C5D-4236-8F3A-A09CFE0425EF}" type="pres">
      <dgm:prSet presAssocID="{187696F6-E2D9-4339-AAAA-F937B33BC0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7AC6F0D-AD02-435C-A6A2-0A7DAE047879}" type="presOf" srcId="{4035C4F8-4551-4094-B21E-8DB68E8DA4CB}" destId="{5C191503-7C7E-4F91-ABC4-B660B5D5BEFC}" srcOrd="0" destOrd="0" presId="urn:microsoft.com/office/officeart/2018/2/layout/IconCircleList"/>
    <dgm:cxn modelId="{1E39832F-8C32-41AD-9F35-9542D38F0775}" type="presOf" srcId="{F5B42169-2BEA-4428-B816-E7E49DC1CCAB}" destId="{17433EB5-002B-42CE-853D-1D4848176373}" srcOrd="0" destOrd="0" presId="urn:microsoft.com/office/officeart/2018/2/layout/IconCircleList"/>
    <dgm:cxn modelId="{480AFC39-07C9-4DA6-8355-982E9AE6B554}" type="presOf" srcId="{189DAFCF-F7C6-4B71-B238-64AEDD3969E3}" destId="{437B816C-507E-4457-9CD3-7D30C6D1098C}" srcOrd="0" destOrd="0" presId="urn:microsoft.com/office/officeart/2018/2/layout/IconCircleList"/>
    <dgm:cxn modelId="{2C95903C-10EC-4549-A569-FACBDA31F8FC}" srcId="{A90F64E2-2B75-48BB-AEB0-665C92C4093A}" destId="{F5B42169-2BEA-4428-B816-E7E49DC1CCAB}" srcOrd="2" destOrd="0" parTransId="{5CEC708F-44DA-4994-9222-AA220D8EF9EC}" sibTransId="{08436F7F-61E2-4A87-A3AE-6B80CAE40AE2}"/>
    <dgm:cxn modelId="{9FD6F54D-9998-48CD-87E2-61EEF510FFA8}" type="presOf" srcId="{187696F6-E2D9-4339-AAAA-F937B33BC079}" destId="{8140367A-8C5D-4236-8F3A-A09CFE0425EF}" srcOrd="0" destOrd="0" presId="urn:microsoft.com/office/officeart/2018/2/layout/IconCircleList"/>
    <dgm:cxn modelId="{EE667FA9-2FE3-4588-938E-B1C8E8A07F43}" srcId="{A90F64E2-2B75-48BB-AEB0-665C92C4093A}" destId="{B2F7C0A0-9FCA-484F-838D-797775544B67}" srcOrd="1" destOrd="0" parTransId="{F9EDC979-4750-4730-A169-C625C0751909}" sibTransId="{E5CD0D46-D14C-4F70-8E55-DE5DE6C54E67}"/>
    <dgm:cxn modelId="{00BEBFB3-35A1-4CCC-AFA9-1B26EDFC4C8D}" type="presOf" srcId="{E5CD0D46-D14C-4F70-8E55-DE5DE6C54E67}" destId="{2545B08B-39FF-4F5C-BA2D-64439A80C166}" srcOrd="0" destOrd="0" presId="urn:microsoft.com/office/officeart/2018/2/layout/IconCircleList"/>
    <dgm:cxn modelId="{82DFEFB9-AF31-404A-A165-12ED5A165585}" srcId="{A90F64E2-2B75-48BB-AEB0-665C92C4093A}" destId="{189DAFCF-F7C6-4B71-B238-64AEDD3969E3}" srcOrd="0" destOrd="0" parTransId="{0233D7C4-A228-481F-B902-E1B6141378C2}" sibTransId="{4035C4F8-4551-4094-B21E-8DB68E8DA4CB}"/>
    <dgm:cxn modelId="{84A7A4DC-2876-4795-9132-31B831422A42}" type="presOf" srcId="{B2F7C0A0-9FCA-484F-838D-797775544B67}" destId="{69687D6F-6D40-46F8-963E-EBA7B826EDD9}" srcOrd="0" destOrd="0" presId="urn:microsoft.com/office/officeart/2018/2/layout/IconCircleList"/>
    <dgm:cxn modelId="{EB7234E2-DECA-4FB2-9332-DF2C26700E90}" type="presOf" srcId="{A90F64E2-2B75-48BB-AEB0-665C92C4093A}" destId="{4BD6E29B-026E-45F1-9A75-425D1DB892F7}" srcOrd="0" destOrd="0" presId="urn:microsoft.com/office/officeart/2018/2/layout/IconCircleList"/>
    <dgm:cxn modelId="{1D4D37E5-D4B4-4575-B345-B2878EB66F74}" type="presOf" srcId="{08436F7F-61E2-4A87-A3AE-6B80CAE40AE2}" destId="{E006115E-124A-43FC-B233-2E8EFFD128D0}" srcOrd="0" destOrd="0" presId="urn:microsoft.com/office/officeart/2018/2/layout/IconCircleList"/>
    <dgm:cxn modelId="{A2677CFB-F098-4183-8C0E-51DBCE090E0C}" srcId="{A90F64E2-2B75-48BB-AEB0-665C92C4093A}" destId="{187696F6-E2D9-4339-AAAA-F937B33BC079}" srcOrd="3" destOrd="0" parTransId="{4D992740-CF9C-48D9-B956-E024172BE45A}" sibTransId="{77D58F37-8971-4BEE-98E3-677AC061758D}"/>
    <dgm:cxn modelId="{2A438F79-0244-4147-9DEF-8F37A6B12AF0}" type="presParOf" srcId="{4BD6E29B-026E-45F1-9A75-425D1DB892F7}" destId="{B54F04D2-57EA-413E-972F-A87AA67B2C42}" srcOrd="0" destOrd="0" presId="urn:microsoft.com/office/officeart/2018/2/layout/IconCircleList"/>
    <dgm:cxn modelId="{963ACAEE-B95E-4E4E-BD5D-A9677234B496}" type="presParOf" srcId="{B54F04D2-57EA-413E-972F-A87AA67B2C42}" destId="{2C82A3AB-09F3-4679-A194-D8EBB2C1869B}" srcOrd="0" destOrd="0" presId="urn:microsoft.com/office/officeart/2018/2/layout/IconCircleList"/>
    <dgm:cxn modelId="{B4E27CB6-FC25-42EB-868A-E4F2F0493D0D}" type="presParOf" srcId="{2C82A3AB-09F3-4679-A194-D8EBB2C1869B}" destId="{37A52350-3EA9-4CBA-B168-3CEED2B83FD7}" srcOrd="0" destOrd="0" presId="urn:microsoft.com/office/officeart/2018/2/layout/IconCircleList"/>
    <dgm:cxn modelId="{8455B6FD-C63F-44A1-AF9D-FBA7CE4C67A7}" type="presParOf" srcId="{2C82A3AB-09F3-4679-A194-D8EBB2C1869B}" destId="{F885D68D-55AC-4A45-98E1-569AF75A3338}" srcOrd="1" destOrd="0" presId="urn:microsoft.com/office/officeart/2018/2/layout/IconCircleList"/>
    <dgm:cxn modelId="{484CB224-2891-4FCD-A451-BC85C92F5BAD}" type="presParOf" srcId="{2C82A3AB-09F3-4679-A194-D8EBB2C1869B}" destId="{B13BF21E-29B5-4C2D-BA31-3935BFE8A949}" srcOrd="2" destOrd="0" presId="urn:microsoft.com/office/officeart/2018/2/layout/IconCircleList"/>
    <dgm:cxn modelId="{D3EAC453-1D13-4377-AE69-CCFBAB2B8552}" type="presParOf" srcId="{2C82A3AB-09F3-4679-A194-D8EBB2C1869B}" destId="{437B816C-507E-4457-9CD3-7D30C6D1098C}" srcOrd="3" destOrd="0" presId="urn:microsoft.com/office/officeart/2018/2/layout/IconCircleList"/>
    <dgm:cxn modelId="{4EC6ED61-3C5C-48CA-80CF-5E7B2AD584F7}" type="presParOf" srcId="{B54F04D2-57EA-413E-972F-A87AA67B2C42}" destId="{5C191503-7C7E-4F91-ABC4-B660B5D5BEFC}" srcOrd="1" destOrd="0" presId="urn:microsoft.com/office/officeart/2018/2/layout/IconCircleList"/>
    <dgm:cxn modelId="{AF11B2C7-0512-4FAA-A53C-A9F39CDA72E7}" type="presParOf" srcId="{B54F04D2-57EA-413E-972F-A87AA67B2C42}" destId="{ED6FD506-9172-461E-8AC3-046F43F0C59B}" srcOrd="2" destOrd="0" presId="urn:microsoft.com/office/officeart/2018/2/layout/IconCircleList"/>
    <dgm:cxn modelId="{C4F664A1-0A5E-4ADA-831D-0E68CBEAA74B}" type="presParOf" srcId="{ED6FD506-9172-461E-8AC3-046F43F0C59B}" destId="{1E5044CD-646A-4EEA-9A37-281F7CE2E59B}" srcOrd="0" destOrd="0" presId="urn:microsoft.com/office/officeart/2018/2/layout/IconCircleList"/>
    <dgm:cxn modelId="{1C2F29CB-8ED2-4B9E-A16C-15A1D288F2D4}" type="presParOf" srcId="{ED6FD506-9172-461E-8AC3-046F43F0C59B}" destId="{E4BEB9CB-FECF-4464-8B71-F0FFB72E2855}" srcOrd="1" destOrd="0" presId="urn:microsoft.com/office/officeart/2018/2/layout/IconCircleList"/>
    <dgm:cxn modelId="{996A2574-571B-4EFA-9224-17D91C79618F}" type="presParOf" srcId="{ED6FD506-9172-461E-8AC3-046F43F0C59B}" destId="{B2021FA7-9339-4409-A350-B9A076A0126B}" srcOrd="2" destOrd="0" presId="urn:microsoft.com/office/officeart/2018/2/layout/IconCircleList"/>
    <dgm:cxn modelId="{235C7578-5060-4E3D-96EE-1B9E25C7FFA8}" type="presParOf" srcId="{ED6FD506-9172-461E-8AC3-046F43F0C59B}" destId="{69687D6F-6D40-46F8-963E-EBA7B826EDD9}" srcOrd="3" destOrd="0" presId="urn:microsoft.com/office/officeart/2018/2/layout/IconCircleList"/>
    <dgm:cxn modelId="{C4DCC7BB-0703-4ADC-9F43-F01F4E00B7D5}" type="presParOf" srcId="{B54F04D2-57EA-413E-972F-A87AA67B2C42}" destId="{2545B08B-39FF-4F5C-BA2D-64439A80C166}" srcOrd="3" destOrd="0" presId="urn:microsoft.com/office/officeart/2018/2/layout/IconCircleList"/>
    <dgm:cxn modelId="{7663AB69-E1EF-4188-9C41-F263FE5C21D9}" type="presParOf" srcId="{B54F04D2-57EA-413E-972F-A87AA67B2C42}" destId="{D8EBE8FA-E39F-43AA-83A2-790697B21BEB}" srcOrd="4" destOrd="0" presId="urn:microsoft.com/office/officeart/2018/2/layout/IconCircleList"/>
    <dgm:cxn modelId="{CBFA7DFE-322B-49D5-9738-6F6A77E05961}" type="presParOf" srcId="{D8EBE8FA-E39F-43AA-83A2-790697B21BEB}" destId="{E5EA9659-1EB3-45B1-94B6-6DBD8F86A03E}" srcOrd="0" destOrd="0" presId="urn:microsoft.com/office/officeart/2018/2/layout/IconCircleList"/>
    <dgm:cxn modelId="{B5A7A579-3F82-48F9-B387-43BE43AE2927}" type="presParOf" srcId="{D8EBE8FA-E39F-43AA-83A2-790697B21BEB}" destId="{1AC9DDC4-29C8-4A63-A296-BD0212BC6662}" srcOrd="1" destOrd="0" presId="urn:microsoft.com/office/officeart/2018/2/layout/IconCircleList"/>
    <dgm:cxn modelId="{39C02F5F-0EF1-402A-84C7-D8E9E1771DC5}" type="presParOf" srcId="{D8EBE8FA-E39F-43AA-83A2-790697B21BEB}" destId="{CFB69A33-5B7E-4FAD-9D58-6DD866212E50}" srcOrd="2" destOrd="0" presId="urn:microsoft.com/office/officeart/2018/2/layout/IconCircleList"/>
    <dgm:cxn modelId="{FE86E34F-791F-47F0-9DBD-9AB0039CE089}" type="presParOf" srcId="{D8EBE8FA-E39F-43AA-83A2-790697B21BEB}" destId="{17433EB5-002B-42CE-853D-1D4848176373}" srcOrd="3" destOrd="0" presId="urn:microsoft.com/office/officeart/2018/2/layout/IconCircleList"/>
    <dgm:cxn modelId="{C6969677-3978-494E-A68F-778D499FBE00}" type="presParOf" srcId="{B54F04D2-57EA-413E-972F-A87AA67B2C42}" destId="{E006115E-124A-43FC-B233-2E8EFFD128D0}" srcOrd="5" destOrd="0" presId="urn:microsoft.com/office/officeart/2018/2/layout/IconCircleList"/>
    <dgm:cxn modelId="{FEC58FA5-5F87-41BB-88C9-BC6CFDB3A9AD}" type="presParOf" srcId="{B54F04D2-57EA-413E-972F-A87AA67B2C42}" destId="{C9AED30C-480B-4952-87E5-7CC899769FF6}" srcOrd="6" destOrd="0" presId="urn:microsoft.com/office/officeart/2018/2/layout/IconCircleList"/>
    <dgm:cxn modelId="{65C1D35C-2F7E-4437-AAE0-F8D5EA00694A}" type="presParOf" srcId="{C9AED30C-480B-4952-87E5-7CC899769FF6}" destId="{979C65B6-A788-4169-83B0-6827A2AC1724}" srcOrd="0" destOrd="0" presId="urn:microsoft.com/office/officeart/2018/2/layout/IconCircleList"/>
    <dgm:cxn modelId="{F28BC8FE-1C47-48A3-85EC-6D05F15B2238}" type="presParOf" srcId="{C9AED30C-480B-4952-87E5-7CC899769FF6}" destId="{843114FA-EAF2-4C4C-A609-45BFE3629C57}" srcOrd="1" destOrd="0" presId="urn:microsoft.com/office/officeart/2018/2/layout/IconCircleList"/>
    <dgm:cxn modelId="{F31BCA6A-6232-49C3-A14E-2060109BEBA0}" type="presParOf" srcId="{C9AED30C-480B-4952-87E5-7CC899769FF6}" destId="{E61952F5-09FD-424F-989B-F1745C813127}" srcOrd="2" destOrd="0" presId="urn:microsoft.com/office/officeart/2018/2/layout/IconCircleList"/>
    <dgm:cxn modelId="{EDAC59AC-78CB-4D57-BD30-7FB6C1E0C2DC}" type="presParOf" srcId="{C9AED30C-480B-4952-87E5-7CC899769FF6}" destId="{8140367A-8C5D-4236-8F3A-A09CFE0425E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A7E95DD-CDBC-4AC6-B030-111339CFD3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583E2FD7-07DD-4F04-8E6E-6C57EB8A977F}">
      <dgm:prSet/>
      <dgm:spPr/>
      <dgm:t>
        <a:bodyPr/>
        <a:lstStyle/>
        <a:p>
          <a:r>
            <a:rPr lang="en-US" b="1" i="0" baseline="0"/>
            <a:t>Financial:</a:t>
          </a:r>
          <a:r>
            <a:rPr lang="en-US" b="0" i="0" baseline="0"/>
            <a:t> input repayment at sale, 50/50 profit share and commercial compost sales to cover operating costs.</a:t>
          </a:r>
          <a:endParaRPr lang="en-US"/>
        </a:p>
      </dgm:t>
    </dgm:pt>
    <dgm:pt modelId="{57BF6FDF-F5DF-4691-A856-710F8DA36000}" type="parTrans" cxnId="{ECB78D6B-4F65-432B-A076-9FBCBD43BF53}">
      <dgm:prSet/>
      <dgm:spPr/>
      <dgm:t>
        <a:bodyPr/>
        <a:lstStyle/>
        <a:p>
          <a:endParaRPr lang="en-US"/>
        </a:p>
      </dgm:t>
    </dgm:pt>
    <dgm:pt modelId="{59F77695-B623-45FD-B0A2-71BD487F7059}" type="sibTrans" cxnId="{ECB78D6B-4F65-432B-A076-9FBCBD43BF53}">
      <dgm:prSet/>
      <dgm:spPr/>
      <dgm:t>
        <a:bodyPr/>
        <a:lstStyle/>
        <a:p>
          <a:endParaRPr lang="en-US"/>
        </a:p>
      </dgm:t>
    </dgm:pt>
    <dgm:pt modelId="{D48D0050-BBE9-4FD9-B25F-16D208F3A6F9}">
      <dgm:prSet/>
      <dgm:spPr/>
      <dgm:t>
        <a:bodyPr/>
        <a:lstStyle/>
        <a:p>
          <a:r>
            <a:rPr lang="en-US" b="1" i="0" baseline="0"/>
            <a:t>Institutional:</a:t>
          </a:r>
          <a:r>
            <a:rPr lang="en-US" b="0" i="0" baseline="0"/>
            <a:t> functional VSLAs, farmer champions and formalized local partnerships for land and market access.</a:t>
          </a:r>
          <a:endParaRPr lang="en-US"/>
        </a:p>
      </dgm:t>
    </dgm:pt>
    <dgm:pt modelId="{9FFE50AB-297F-48C1-876E-BA736FF9006A}" type="parTrans" cxnId="{914B6D07-0FF4-46C4-A893-78C3AC97F56E}">
      <dgm:prSet/>
      <dgm:spPr/>
      <dgm:t>
        <a:bodyPr/>
        <a:lstStyle/>
        <a:p>
          <a:endParaRPr lang="en-US"/>
        </a:p>
      </dgm:t>
    </dgm:pt>
    <dgm:pt modelId="{98F88FC3-5E17-472D-98B7-47CAB15ED895}" type="sibTrans" cxnId="{914B6D07-0FF4-46C4-A893-78C3AC97F56E}">
      <dgm:prSet/>
      <dgm:spPr/>
      <dgm:t>
        <a:bodyPr/>
        <a:lstStyle/>
        <a:p>
          <a:endParaRPr lang="en-US"/>
        </a:p>
      </dgm:t>
    </dgm:pt>
    <dgm:pt modelId="{D264B2BC-E18A-4EA0-9883-4109B698A5AB}">
      <dgm:prSet/>
      <dgm:spPr/>
      <dgm:t>
        <a:bodyPr/>
        <a:lstStyle/>
        <a:p>
          <a:r>
            <a:rPr lang="en-US" b="1" i="0" baseline="0"/>
            <a:t>Agronomic:</a:t>
          </a:r>
          <a:r>
            <a:rPr lang="en-US" b="0" i="0" baseline="0"/>
            <a:t> embed compost production skills, crop rotations and legume intercropping to reduce external input dependence.</a:t>
          </a:r>
          <a:endParaRPr lang="en-US"/>
        </a:p>
      </dgm:t>
    </dgm:pt>
    <dgm:pt modelId="{16F90CEB-7215-4EE4-912F-E780865663CC}" type="parTrans" cxnId="{83A1E2B3-B834-46A3-862C-46E58C07591B}">
      <dgm:prSet/>
      <dgm:spPr/>
      <dgm:t>
        <a:bodyPr/>
        <a:lstStyle/>
        <a:p>
          <a:endParaRPr lang="en-US"/>
        </a:p>
      </dgm:t>
    </dgm:pt>
    <dgm:pt modelId="{20C6D8F1-4055-48F1-AF89-177F311FA701}" type="sibTrans" cxnId="{83A1E2B3-B834-46A3-862C-46E58C07591B}">
      <dgm:prSet/>
      <dgm:spPr/>
      <dgm:t>
        <a:bodyPr/>
        <a:lstStyle/>
        <a:p>
          <a:endParaRPr lang="en-US"/>
        </a:p>
      </dgm:t>
    </dgm:pt>
    <dgm:pt modelId="{77647F1B-4656-4191-8580-1499E3921E34}">
      <dgm:prSet/>
      <dgm:spPr/>
      <dgm:t>
        <a:bodyPr/>
        <a:lstStyle/>
        <a:p>
          <a:r>
            <a:rPr lang="en-US" b="1" i="0" baseline="0"/>
            <a:t>Exit thresholds:</a:t>
          </a:r>
          <a:r>
            <a:rPr lang="en-US" b="0" i="0" baseline="0"/>
            <a:t> repayment rate &gt; X% (recommend &gt;90%), VSLA loan portfolio healthy, compost unit cost recovery approaching break‑even.</a:t>
          </a:r>
          <a:endParaRPr lang="en-US"/>
        </a:p>
      </dgm:t>
    </dgm:pt>
    <dgm:pt modelId="{57DC788F-5111-4344-A9C7-21C192BD999B}" type="parTrans" cxnId="{B4B93562-1B13-4337-B794-316156CB37A0}">
      <dgm:prSet/>
      <dgm:spPr/>
      <dgm:t>
        <a:bodyPr/>
        <a:lstStyle/>
        <a:p>
          <a:endParaRPr lang="en-US"/>
        </a:p>
      </dgm:t>
    </dgm:pt>
    <dgm:pt modelId="{96B9B78B-4725-4136-ADB0-5B3F47B1ADD0}" type="sibTrans" cxnId="{B4B93562-1B13-4337-B794-316156CB37A0}">
      <dgm:prSet/>
      <dgm:spPr/>
      <dgm:t>
        <a:bodyPr/>
        <a:lstStyle/>
        <a:p>
          <a:endParaRPr lang="en-US"/>
        </a:p>
      </dgm:t>
    </dgm:pt>
    <dgm:pt modelId="{CC11C73F-4755-45BC-B08A-1CB8C48D99D4}" type="pres">
      <dgm:prSet presAssocID="{DA7E95DD-CDBC-4AC6-B030-111339CFD306}" presName="root" presStyleCnt="0">
        <dgm:presLayoutVars>
          <dgm:dir/>
          <dgm:resizeHandles val="exact"/>
        </dgm:presLayoutVars>
      </dgm:prSet>
      <dgm:spPr/>
    </dgm:pt>
    <dgm:pt modelId="{04BC3447-C231-4477-9881-D955E307AD22}" type="pres">
      <dgm:prSet presAssocID="{583E2FD7-07DD-4F04-8E6E-6C57EB8A977F}" presName="compNode" presStyleCnt="0"/>
      <dgm:spPr/>
    </dgm:pt>
    <dgm:pt modelId="{682BBCE3-E34A-4777-A591-3DC36FBEED06}" type="pres">
      <dgm:prSet presAssocID="{583E2FD7-07DD-4F04-8E6E-6C57EB8A977F}" presName="bgRect" presStyleLbl="bgShp" presStyleIdx="0" presStyleCnt="4"/>
      <dgm:spPr/>
    </dgm:pt>
    <dgm:pt modelId="{07F079F0-08B5-4A6B-B833-2FCE642C4BE7}" type="pres">
      <dgm:prSet presAssocID="{583E2FD7-07DD-4F04-8E6E-6C57EB8A977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 Sign"/>
        </a:ext>
      </dgm:extLst>
    </dgm:pt>
    <dgm:pt modelId="{20615325-9C0A-4C7A-AE1D-7058D3D6BB13}" type="pres">
      <dgm:prSet presAssocID="{583E2FD7-07DD-4F04-8E6E-6C57EB8A977F}" presName="spaceRect" presStyleCnt="0"/>
      <dgm:spPr/>
    </dgm:pt>
    <dgm:pt modelId="{F892D126-E121-40EE-A7C6-F0E67900765A}" type="pres">
      <dgm:prSet presAssocID="{583E2FD7-07DD-4F04-8E6E-6C57EB8A977F}" presName="parTx" presStyleLbl="revTx" presStyleIdx="0" presStyleCnt="4">
        <dgm:presLayoutVars>
          <dgm:chMax val="0"/>
          <dgm:chPref val="0"/>
        </dgm:presLayoutVars>
      </dgm:prSet>
      <dgm:spPr/>
    </dgm:pt>
    <dgm:pt modelId="{65DFD142-3A14-4DFC-9335-69FB0F1089F7}" type="pres">
      <dgm:prSet presAssocID="{59F77695-B623-45FD-B0A2-71BD487F7059}" presName="sibTrans" presStyleCnt="0"/>
      <dgm:spPr/>
    </dgm:pt>
    <dgm:pt modelId="{BB9065F9-7DE8-4036-B893-8EA4F3DD509E}" type="pres">
      <dgm:prSet presAssocID="{D48D0050-BBE9-4FD9-B25F-16D208F3A6F9}" presName="compNode" presStyleCnt="0"/>
      <dgm:spPr/>
    </dgm:pt>
    <dgm:pt modelId="{7BADE245-8708-4116-B1EB-501AA6C21302}" type="pres">
      <dgm:prSet presAssocID="{D48D0050-BBE9-4FD9-B25F-16D208F3A6F9}" presName="bgRect" presStyleLbl="bgShp" presStyleIdx="1" presStyleCnt="4"/>
      <dgm:spPr/>
    </dgm:pt>
    <dgm:pt modelId="{8F25794B-5799-47E1-8606-80E2B921555A}" type="pres">
      <dgm:prSet presAssocID="{D48D0050-BBE9-4FD9-B25F-16D208F3A6F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FA54A3A3-F666-47ED-B060-D9E363EE7CF0}" type="pres">
      <dgm:prSet presAssocID="{D48D0050-BBE9-4FD9-B25F-16D208F3A6F9}" presName="spaceRect" presStyleCnt="0"/>
      <dgm:spPr/>
    </dgm:pt>
    <dgm:pt modelId="{F7BBD85C-FB47-4F00-8BC0-916B55E3A990}" type="pres">
      <dgm:prSet presAssocID="{D48D0050-BBE9-4FD9-B25F-16D208F3A6F9}" presName="parTx" presStyleLbl="revTx" presStyleIdx="1" presStyleCnt="4">
        <dgm:presLayoutVars>
          <dgm:chMax val="0"/>
          <dgm:chPref val="0"/>
        </dgm:presLayoutVars>
      </dgm:prSet>
      <dgm:spPr/>
    </dgm:pt>
    <dgm:pt modelId="{B18A81AB-E0CA-43DB-BA7F-8057228D5212}" type="pres">
      <dgm:prSet presAssocID="{98F88FC3-5E17-472D-98B7-47CAB15ED895}" presName="sibTrans" presStyleCnt="0"/>
      <dgm:spPr/>
    </dgm:pt>
    <dgm:pt modelId="{A941F003-0EC3-42FC-BD19-00E0A88A57AC}" type="pres">
      <dgm:prSet presAssocID="{D264B2BC-E18A-4EA0-9883-4109B698A5AB}" presName="compNode" presStyleCnt="0"/>
      <dgm:spPr/>
    </dgm:pt>
    <dgm:pt modelId="{7FD7A399-0CDA-42F9-8138-9B433DE7B8EA}" type="pres">
      <dgm:prSet presAssocID="{D264B2BC-E18A-4EA0-9883-4109B698A5AB}" presName="bgRect" presStyleLbl="bgShp" presStyleIdx="2" presStyleCnt="4"/>
      <dgm:spPr/>
    </dgm:pt>
    <dgm:pt modelId="{BA70230D-E7AD-42BD-8BFE-D78116C1F56F}" type="pres">
      <dgm:prSet presAssocID="{D264B2BC-E18A-4EA0-9883-4109B698A5A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418962E6-DEE2-4A80-9681-A7562C1854C9}" type="pres">
      <dgm:prSet presAssocID="{D264B2BC-E18A-4EA0-9883-4109B698A5AB}" presName="spaceRect" presStyleCnt="0"/>
      <dgm:spPr/>
    </dgm:pt>
    <dgm:pt modelId="{7927ACBE-D889-4051-9E0E-73C1E335CBC5}" type="pres">
      <dgm:prSet presAssocID="{D264B2BC-E18A-4EA0-9883-4109B698A5AB}" presName="parTx" presStyleLbl="revTx" presStyleIdx="2" presStyleCnt="4">
        <dgm:presLayoutVars>
          <dgm:chMax val="0"/>
          <dgm:chPref val="0"/>
        </dgm:presLayoutVars>
      </dgm:prSet>
      <dgm:spPr/>
    </dgm:pt>
    <dgm:pt modelId="{F2B1CBAA-887B-4956-A7B4-4E005573B528}" type="pres">
      <dgm:prSet presAssocID="{20C6D8F1-4055-48F1-AF89-177F311FA701}" presName="sibTrans" presStyleCnt="0"/>
      <dgm:spPr/>
    </dgm:pt>
    <dgm:pt modelId="{27BCD206-AB78-43A0-AD15-42F9A8AB1740}" type="pres">
      <dgm:prSet presAssocID="{77647F1B-4656-4191-8580-1499E3921E34}" presName="compNode" presStyleCnt="0"/>
      <dgm:spPr/>
    </dgm:pt>
    <dgm:pt modelId="{90BC88F4-E807-4A6E-899D-F4779AAA8FBE}" type="pres">
      <dgm:prSet presAssocID="{77647F1B-4656-4191-8580-1499E3921E34}" presName="bgRect" presStyleLbl="bgShp" presStyleIdx="3" presStyleCnt="4"/>
      <dgm:spPr/>
    </dgm:pt>
    <dgm:pt modelId="{49B87D8D-4E46-4CFB-991E-D91FF05C4BB5}" type="pres">
      <dgm:prSet presAssocID="{77647F1B-4656-4191-8580-1499E3921E3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080E7F11-1F9D-4E04-AB6A-25C062043794}" type="pres">
      <dgm:prSet presAssocID="{77647F1B-4656-4191-8580-1499E3921E34}" presName="spaceRect" presStyleCnt="0"/>
      <dgm:spPr/>
    </dgm:pt>
    <dgm:pt modelId="{805AEEAA-5F42-4FA5-B09F-745DE6141CAF}" type="pres">
      <dgm:prSet presAssocID="{77647F1B-4656-4191-8580-1499E3921E3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914B6D07-0FF4-46C4-A893-78C3AC97F56E}" srcId="{DA7E95DD-CDBC-4AC6-B030-111339CFD306}" destId="{D48D0050-BBE9-4FD9-B25F-16D208F3A6F9}" srcOrd="1" destOrd="0" parTransId="{9FFE50AB-297F-48C1-876E-BA736FF9006A}" sibTransId="{98F88FC3-5E17-472D-98B7-47CAB15ED895}"/>
    <dgm:cxn modelId="{065A751D-9CC3-4435-821C-465CD2D88D1A}" type="presOf" srcId="{D264B2BC-E18A-4EA0-9883-4109B698A5AB}" destId="{7927ACBE-D889-4051-9E0E-73C1E335CBC5}" srcOrd="0" destOrd="0" presId="urn:microsoft.com/office/officeart/2018/2/layout/IconVerticalSolidList"/>
    <dgm:cxn modelId="{B4B93562-1B13-4337-B794-316156CB37A0}" srcId="{DA7E95DD-CDBC-4AC6-B030-111339CFD306}" destId="{77647F1B-4656-4191-8580-1499E3921E34}" srcOrd="3" destOrd="0" parTransId="{57DC788F-5111-4344-A9C7-21C192BD999B}" sibTransId="{96B9B78B-4725-4136-ADB0-5B3F47B1ADD0}"/>
    <dgm:cxn modelId="{ECB78D6B-4F65-432B-A076-9FBCBD43BF53}" srcId="{DA7E95DD-CDBC-4AC6-B030-111339CFD306}" destId="{583E2FD7-07DD-4F04-8E6E-6C57EB8A977F}" srcOrd="0" destOrd="0" parTransId="{57BF6FDF-F5DF-4691-A856-710F8DA36000}" sibTransId="{59F77695-B623-45FD-B0A2-71BD487F7059}"/>
    <dgm:cxn modelId="{7997998B-45B7-4F7D-9830-3C978DB71335}" type="presOf" srcId="{583E2FD7-07DD-4F04-8E6E-6C57EB8A977F}" destId="{F892D126-E121-40EE-A7C6-F0E67900765A}" srcOrd="0" destOrd="0" presId="urn:microsoft.com/office/officeart/2018/2/layout/IconVerticalSolidList"/>
    <dgm:cxn modelId="{96A8759D-82A6-4E1E-AC68-3B64EF73628C}" type="presOf" srcId="{D48D0050-BBE9-4FD9-B25F-16D208F3A6F9}" destId="{F7BBD85C-FB47-4F00-8BC0-916B55E3A990}" srcOrd="0" destOrd="0" presId="urn:microsoft.com/office/officeart/2018/2/layout/IconVerticalSolidList"/>
    <dgm:cxn modelId="{83A1E2B3-B834-46A3-862C-46E58C07591B}" srcId="{DA7E95DD-CDBC-4AC6-B030-111339CFD306}" destId="{D264B2BC-E18A-4EA0-9883-4109B698A5AB}" srcOrd="2" destOrd="0" parTransId="{16F90CEB-7215-4EE4-912F-E780865663CC}" sibTransId="{20C6D8F1-4055-48F1-AF89-177F311FA701}"/>
    <dgm:cxn modelId="{53B6C4DC-0E37-4FB6-9305-4CF41649DC2A}" type="presOf" srcId="{77647F1B-4656-4191-8580-1499E3921E34}" destId="{805AEEAA-5F42-4FA5-B09F-745DE6141CAF}" srcOrd="0" destOrd="0" presId="urn:microsoft.com/office/officeart/2018/2/layout/IconVerticalSolidList"/>
    <dgm:cxn modelId="{F9623FF2-DAD3-4AD0-AFBB-8AE2B291FB82}" type="presOf" srcId="{DA7E95DD-CDBC-4AC6-B030-111339CFD306}" destId="{CC11C73F-4755-45BC-B08A-1CB8C48D99D4}" srcOrd="0" destOrd="0" presId="urn:microsoft.com/office/officeart/2018/2/layout/IconVerticalSolidList"/>
    <dgm:cxn modelId="{AD74C9E5-F668-45C4-A582-625028435340}" type="presParOf" srcId="{CC11C73F-4755-45BC-B08A-1CB8C48D99D4}" destId="{04BC3447-C231-4477-9881-D955E307AD22}" srcOrd="0" destOrd="0" presId="urn:microsoft.com/office/officeart/2018/2/layout/IconVerticalSolidList"/>
    <dgm:cxn modelId="{CEE10A75-4250-420F-B4A7-3642B9311E94}" type="presParOf" srcId="{04BC3447-C231-4477-9881-D955E307AD22}" destId="{682BBCE3-E34A-4777-A591-3DC36FBEED06}" srcOrd="0" destOrd="0" presId="urn:microsoft.com/office/officeart/2018/2/layout/IconVerticalSolidList"/>
    <dgm:cxn modelId="{A1567F4E-3619-4B58-A1EC-B404D94FF3DF}" type="presParOf" srcId="{04BC3447-C231-4477-9881-D955E307AD22}" destId="{07F079F0-08B5-4A6B-B833-2FCE642C4BE7}" srcOrd="1" destOrd="0" presId="urn:microsoft.com/office/officeart/2018/2/layout/IconVerticalSolidList"/>
    <dgm:cxn modelId="{E8A7338F-DC15-4746-A3BB-0D21B7939738}" type="presParOf" srcId="{04BC3447-C231-4477-9881-D955E307AD22}" destId="{20615325-9C0A-4C7A-AE1D-7058D3D6BB13}" srcOrd="2" destOrd="0" presId="urn:microsoft.com/office/officeart/2018/2/layout/IconVerticalSolidList"/>
    <dgm:cxn modelId="{9216B4F0-B65C-42F6-8873-C1E40D2BF085}" type="presParOf" srcId="{04BC3447-C231-4477-9881-D955E307AD22}" destId="{F892D126-E121-40EE-A7C6-F0E67900765A}" srcOrd="3" destOrd="0" presId="urn:microsoft.com/office/officeart/2018/2/layout/IconVerticalSolidList"/>
    <dgm:cxn modelId="{5F50AAF3-9ED3-4E83-9461-BCA30D2AACBC}" type="presParOf" srcId="{CC11C73F-4755-45BC-B08A-1CB8C48D99D4}" destId="{65DFD142-3A14-4DFC-9335-69FB0F1089F7}" srcOrd="1" destOrd="0" presId="urn:microsoft.com/office/officeart/2018/2/layout/IconVerticalSolidList"/>
    <dgm:cxn modelId="{A661FF01-BB18-45BF-B244-FE38EAEDFDA1}" type="presParOf" srcId="{CC11C73F-4755-45BC-B08A-1CB8C48D99D4}" destId="{BB9065F9-7DE8-4036-B893-8EA4F3DD509E}" srcOrd="2" destOrd="0" presId="urn:microsoft.com/office/officeart/2018/2/layout/IconVerticalSolidList"/>
    <dgm:cxn modelId="{8344DE95-A76B-4504-946E-18C49740ACCC}" type="presParOf" srcId="{BB9065F9-7DE8-4036-B893-8EA4F3DD509E}" destId="{7BADE245-8708-4116-B1EB-501AA6C21302}" srcOrd="0" destOrd="0" presId="urn:microsoft.com/office/officeart/2018/2/layout/IconVerticalSolidList"/>
    <dgm:cxn modelId="{A01F57F3-8054-48C6-AF34-58408E30C594}" type="presParOf" srcId="{BB9065F9-7DE8-4036-B893-8EA4F3DD509E}" destId="{8F25794B-5799-47E1-8606-80E2B921555A}" srcOrd="1" destOrd="0" presId="urn:microsoft.com/office/officeart/2018/2/layout/IconVerticalSolidList"/>
    <dgm:cxn modelId="{71AB90E3-41EB-4375-B35E-3A00004EB39E}" type="presParOf" srcId="{BB9065F9-7DE8-4036-B893-8EA4F3DD509E}" destId="{FA54A3A3-F666-47ED-B060-D9E363EE7CF0}" srcOrd="2" destOrd="0" presId="urn:microsoft.com/office/officeart/2018/2/layout/IconVerticalSolidList"/>
    <dgm:cxn modelId="{2AA34106-0AB0-4E7C-936B-E0603704FB88}" type="presParOf" srcId="{BB9065F9-7DE8-4036-B893-8EA4F3DD509E}" destId="{F7BBD85C-FB47-4F00-8BC0-916B55E3A990}" srcOrd="3" destOrd="0" presId="urn:microsoft.com/office/officeart/2018/2/layout/IconVerticalSolidList"/>
    <dgm:cxn modelId="{70EF03F1-6E32-4467-A668-17CDF399E74B}" type="presParOf" srcId="{CC11C73F-4755-45BC-B08A-1CB8C48D99D4}" destId="{B18A81AB-E0CA-43DB-BA7F-8057228D5212}" srcOrd="3" destOrd="0" presId="urn:microsoft.com/office/officeart/2018/2/layout/IconVerticalSolidList"/>
    <dgm:cxn modelId="{DC300D31-0B9F-4FEA-8713-0132B2A5F995}" type="presParOf" srcId="{CC11C73F-4755-45BC-B08A-1CB8C48D99D4}" destId="{A941F003-0EC3-42FC-BD19-00E0A88A57AC}" srcOrd="4" destOrd="0" presId="urn:microsoft.com/office/officeart/2018/2/layout/IconVerticalSolidList"/>
    <dgm:cxn modelId="{CCD988FA-61FB-4288-AAA5-5AB51A46995E}" type="presParOf" srcId="{A941F003-0EC3-42FC-BD19-00E0A88A57AC}" destId="{7FD7A399-0CDA-42F9-8138-9B433DE7B8EA}" srcOrd="0" destOrd="0" presId="urn:microsoft.com/office/officeart/2018/2/layout/IconVerticalSolidList"/>
    <dgm:cxn modelId="{B855090F-9E6F-46ED-B720-1EF04F7978F4}" type="presParOf" srcId="{A941F003-0EC3-42FC-BD19-00E0A88A57AC}" destId="{BA70230D-E7AD-42BD-8BFE-D78116C1F56F}" srcOrd="1" destOrd="0" presId="urn:microsoft.com/office/officeart/2018/2/layout/IconVerticalSolidList"/>
    <dgm:cxn modelId="{02C96ABB-C4C3-42A9-9015-5D7D1E56C552}" type="presParOf" srcId="{A941F003-0EC3-42FC-BD19-00E0A88A57AC}" destId="{418962E6-DEE2-4A80-9681-A7562C1854C9}" srcOrd="2" destOrd="0" presId="urn:microsoft.com/office/officeart/2018/2/layout/IconVerticalSolidList"/>
    <dgm:cxn modelId="{2713D9E4-2671-4A41-9C4B-358FE4621243}" type="presParOf" srcId="{A941F003-0EC3-42FC-BD19-00E0A88A57AC}" destId="{7927ACBE-D889-4051-9E0E-73C1E335CBC5}" srcOrd="3" destOrd="0" presId="urn:microsoft.com/office/officeart/2018/2/layout/IconVerticalSolidList"/>
    <dgm:cxn modelId="{1D28074C-B457-4DCA-ACE7-E60A872344EE}" type="presParOf" srcId="{CC11C73F-4755-45BC-B08A-1CB8C48D99D4}" destId="{F2B1CBAA-887B-4956-A7B4-4E005573B528}" srcOrd="5" destOrd="0" presId="urn:microsoft.com/office/officeart/2018/2/layout/IconVerticalSolidList"/>
    <dgm:cxn modelId="{C4BB8297-112A-426A-A1FF-FAB3CDA1A525}" type="presParOf" srcId="{CC11C73F-4755-45BC-B08A-1CB8C48D99D4}" destId="{27BCD206-AB78-43A0-AD15-42F9A8AB1740}" srcOrd="6" destOrd="0" presId="urn:microsoft.com/office/officeart/2018/2/layout/IconVerticalSolidList"/>
    <dgm:cxn modelId="{2EC69E22-3A23-4511-951C-8B70DE2B8E12}" type="presParOf" srcId="{27BCD206-AB78-43A0-AD15-42F9A8AB1740}" destId="{90BC88F4-E807-4A6E-899D-F4779AAA8FBE}" srcOrd="0" destOrd="0" presId="urn:microsoft.com/office/officeart/2018/2/layout/IconVerticalSolidList"/>
    <dgm:cxn modelId="{0D7EBEBA-1841-4239-AF58-3F665398F280}" type="presParOf" srcId="{27BCD206-AB78-43A0-AD15-42F9A8AB1740}" destId="{49B87D8D-4E46-4CFB-991E-D91FF05C4BB5}" srcOrd="1" destOrd="0" presId="urn:microsoft.com/office/officeart/2018/2/layout/IconVerticalSolidList"/>
    <dgm:cxn modelId="{E83853B8-C511-4E70-979B-07DD6519205C}" type="presParOf" srcId="{27BCD206-AB78-43A0-AD15-42F9A8AB1740}" destId="{080E7F11-1F9D-4E04-AB6A-25C062043794}" srcOrd="2" destOrd="0" presId="urn:microsoft.com/office/officeart/2018/2/layout/IconVerticalSolidList"/>
    <dgm:cxn modelId="{AEA1EDCD-135C-4F76-A9A1-566D728BCFC0}" type="presParOf" srcId="{27BCD206-AB78-43A0-AD15-42F9A8AB1740}" destId="{805AEEAA-5F42-4FA5-B09F-745DE6141C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55D59CF-A410-4FC5-A9BE-16B551E0538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3D932A2-9493-464C-926B-2DC4205A2F52}">
      <dgm:prSet/>
      <dgm:spPr/>
      <dgm:t>
        <a:bodyPr/>
        <a:lstStyle/>
        <a:p>
          <a:r>
            <a:rPr lang="en-US" b="1" i="0" baseline="0"/>
            <a:t>Case studies:</a:t>
          </a:r>
          <a:r>
            <a:rPr lang="en-US" b="0" i="0" baseline="0"/>
            <a:t> social business model, compost production, repayment‑before‑share outcomes.</a:t>
          </a:r>
          <a:endParaRPr lang="en-US"/>
        </a:p>
      </dgm:t>
    </dgm:pt>
    <dgm:pt modelId="{E7463AAA-F1F4-4AC3-B869-7ED0FF99FBFE}" type="parTrans" cxnId="{03B9B30C-360B-4B72-8387-BB966ACF343B}">
      <dgm:prSet/>
      <dgm:spPr/>
      <dgm:t>
        <a:bodyPr/>
        <a:lstStyle/>
        <a:p>
          <a:endParaRPr lang="en-US"/>
        </a:p>
      </dgm:t>
    </dgm:pt>
    <dgm:pt modelId="{DD52141C-C626-4A7B-A097-290371CAF118}" type="sibTrans" cxnId="{03B9B30C-360B-4B72-8387-BB966ACF343B}">
      <dgm:prSet/>
      <dgm:spPr/>
      <dgm:t>
        <a:bodyPr/>
        <a:lstStyle/>
        <a:p>
          <a:endParaRPr lang="en-US"/>
        </a:p>
      </dgm:t>
    </dgm:pt>
    <dgm:pt modelId="{87AE7D24-3909-4CFE-8209-C4155A055360}">
      <dgm:prSet/>
      <dgm:spPr/>
      <dgm:t>
        <a:bodyPr/>
        <a:lstStyle/>
        <a:p>
          <a:r>
            <a:rPr lang="en-US" b="1" i="0" baseline="0"/>
            <a:t>Replication guide:</a:t>
          </a:r>
          <a:r>
            <a:rPr lang="en-US" b="0" i="0" baseline="0"/>
            <a:t> operational templates (VSLA constitution, invoicing, QA checklists, training curricula).</a:t>
          </a:r>
          <a:endParaRPr lang="en-US"/>
        </a:p>
      </dgm:t>
    </dgm:pt>
    <dgm:pt modelId="{C2EDEAA4-6FDF-4E1E-8D1D-6F734A21390E}" type="parTrans" cxnId="{9AF09EB6-15A1-43C4-9051-15182F617CF6}">
      <dgm:prSet/>
      <dgm:spPr/>
      <dgm:t>
        <a:bodyPr/>
        <a:lstStyle/>
        <a:p>
          <a:endParaRPr lang="en-US"/>
        </a:p>
      </dgm:t>
    </dgm:pt>
    <dgm:pt modelId="{FFE00D76-6194-4BA1-8BFF-8224ABD064F4}" type="sibTrans" cxnId="{9AF09EB6-15A1-43C4-9051-15182F617CF6}">
      <dgm:prSet/>
      <dgm:spPr/>
      <dgm:t>
        <a:bodyPr/>
        <a:lstStyle/>
        <a:p>
          <a:endParaRPr lang="en-US"/>
        </a:p>
      </dgm:t>
    </dgm:pt>
    <dgm:pt modelId="{F5C26712-53CC-4B6F-8750-0A77C8B69E70}">
      <dgm:prSet/>
      <dgm:spPr/>
      <dgm:t>
        <a:bodyPr/>
        <a:lstStyle/>
        <a:p>
          <a:r>
            <a:rPr lang="en-US" b="1" i="0" baseline="0"/>
            <a:t>Workshops and dissemination:</a:t>
          </a:r>
          <a:r>
            <a:rPr lang="en-US" b="0" i="0" baseline="0"/>
            <a:t> quarterly reflection workshops, midline and final learning events, stakeholder briefings.</a:t>
          </a:r>
          <a:endParaRPr lang="en-US"/>
        </a:p>
      </dgm:t>
    </dgm:pt>
    <dgm:pt modelId="{419A6E6F-B625-4778-BF3E-8ECEC2DB6C3D}" type="parTrans" cxnId="{71BE0D68-7766-43CE-A0FA-4E70C6E1B5DD}">
      <dgm:prSet/>
      <dgm:spPr/>
      <dgm:t>
        <a:bodyPr/>
        <a:lstStyle/>
        <a:p>
          <a:endParaRPr lang="en-US"/>
        </a:p>
      </dgm:t>
    </dgm:pt>
    <dgm:pt modelId="{CF273851-D1D1-4C2D-B101-1CEFA636A30F}" type="sibTrans" cxnId="{71BE0D68-7766-43CE-A0FA-4E70C6E1B5DD}">
      <dgm:prSet/>
      <dgm:spPr/>
      <dgm:t>
        <a:bodyPr/>
        <a:lstStyle/>
        <a:p>
          <a:endParaRPr lang="en-US"/>
        </a:p>
      </dgm:t>
    </dgm:pt>
    <dgm:pt modelId="{E3F99CA8-9C23-47DC-B56D-3EDF89763C9D}">
      <dgm:prSet/>
      <dgm:spPr/>
      <dgm:t>
        <a:bodyPr/>
        <a:lstStyle/>
        <a:p>
          <a:r>
            <a:rPr lang="en-US" b="1" i="0" baseline="0"/>
            <a:t>Partnerships:</a:t>
          </a:r>
          <a:r>
            <a:rPr lang="en-US" b="0" i="0" baseline="0"/>
            <a:t> engage local authorities, cooperatives and buyers for scale‑up.</a:t>
          </a:r>
          <a:endParaRPr lang="en-US"/>
        </a:p>
      </dgm:t>
    </dgm:pt>
    <dgm:pt modelId="{6175ADE3-EE7A-45B8-9E40-01ED19095907}" type="parTrans" cxnId="{91AA1405-B88A-4786-B6F4-75356C0997AE}">
      <dgm:prSet/>
      <dgm:spPr/>
      <dgm:t>
        <a:bodyPr/>
        <a:lstStyle/>
        <a:p>
          <a:endParaRPr lang="en-US"/>
        </a:p>
      </dgm:t>
    </dgm:pt>
    <dgm:pt modelId="{E254D68E-D3B7-431D-A2E0-10E9D4B1FD77}" type="sibTrans" cxnId="{91AA1405-B88A-4786-B6F4-75356C0997AE}">
      <dgm:prSet/>
      <dgm:spPr/>
      <dgm:t>
        <a:bodyPr/>
        <a:lstStyle/>
        <a:p>
          <a:endParaRPr lang="en-US"/>
        </a:p>
      </dgm:t>
    </dgm:pt>
    <dgm:pt modelId="{02CDC954-634E-4791-A5D5-B800CA584FAD}" type="pres">
      <dgm:prSet presAssocID="{055D59CF-A410-4FC5-A9BE-16B551E0538A}" presName="diagram" presStyleCnt="0">
        <dgm:presLayoutVars>
          <dgm:dir/>
          <dgm:resizeHandles val="exact"/>
        </dgm:presLayoutVars>
      </dgm:prSet>
      <dgm:spPr/>
    </dgm:pt>
    <dgm:pt modelId="{3E1D57D0-047D-4B7D-931D-D4E03C6E235C}" type="pres">
      <dgm:prSet presAssocID="{B3D932A2-9493-464C-926B-2DC4205A2F52}" presName="node" presStyleLbl="node1" presStyleIdx="0" presStyleCnt="4">
        <dgm:presLayoutVars>
          <dgm:bulletEnabled val="1"/>
        </dgm:presLayoutVars>
      </dgm:prSet>
      <dgm:spPr/>
    </dgm:pt>
    <dgm:pt modelId="{72B7E13A-6258-42BC-99B7-F132FF4E1995}" type="pres">
      <dgm:prSet presAssocID="{DD52141C-C626-4A7B-A097-290371CAF118}" presName="sibTrans" presStyleCnt="0"/>
      <dgm:spPr/>
    </dgm:pt>
    <dgm:pt modelId="{FDCC4F4E-1389-422C-A222-9767CBB070E5}" type="pres">
      <dgm:prSet presAssocID="{87AE7D24-3909-4CFE-8209-C4155A055360}" presName="node" presStyleLbl="node1" presStyleIdx="1" presStyleCnt="4">
        <dgm:presLayoutVars>
          <dgm:bulletEnabled val="1"/>
        </dgm:presLayoutVars>
      </dgm:prSet>
      <dgm:spPr/>
    </dgm:pt>
    <dgm:pt modelId="{A7E36BA6-085B-4E2A-8AF6-9803A8DCDE21}" type="pres">
      <dgm:prSet presAssocID="{FFE00D76-6194-4BA1-8BFF-8224ABD064F4}" presName="sibTrans" presStyleCnt="0"/>
      <dgm:spPr/>
    </dgm:pt>
    <dgm:pt modelId="{C60B0E56-827E-4990-9F31-78A4E344BDBB}" type="pres">
      <dgm:prSet presAssocID="{F5C26712-53CC-4B6F-8750-0A77C8B69E70}" presName="node" presStyleLbl="node1" presStyleIdx="2" presStyleCnt="4">
        <dgm:presLayoutVars>
          <dgm:bulletEnabled val="1"/>
        </dgm:presLayoutVars>
      </dgm:prSet>
      <dgm:spPr/>
    </dgm:pt>
    <dgm:pt modelId="{2F1E486C-7E55-42C0-90FD-E62D68C34F1E}" type="pres">
      <dgm:prSet presAssocID="{CF273851-D1D1-4C2D-B101-1CEFA636A30F}" presName="sibTrans" presStyleCnt="0"/>
      <dgm:spPr/>
    </dgm:pt>
    <dgm:pt modelId="{6E5CF3C8-8609-40A2-A559-EB98331AF876}" type="pres">
      <dgm:prSet presAssocID="{E3F99CA8-9C23-47DC-B56D-3EDF89763C9D}" presName="node" presStyleLbl="node1" presStyleIdx="3" presStyleCnt="4">
        <dgm:presLayoutVars>
          <dgm:bulletEnabled val="1"/>
        </dgm:presLayoutVars>
      </dgm:prSet>
      <dgm:spPr/>
    </dgm:pt>
  </dgm:ptLst>
  <dgm:cxnLst>
    <dgm:cxn modelId="{91AA1405-B88A-4786-B6F4-75356C0997AE}" srcId="{055D59CF-A410-4FC5-A9BE-16B551E0538A}" destId="{E3F99CA8-9C23-47DC-B56D-3EDF89763C9D}" srcOrd="3" destOrd="0" parTransId="{6175ADE3-EE7A-45B8-9E40-01ED19095907}" sibTransId="{E254D68E-D3B7-431D-A2E0-10E9D4B1FD77}"/>
    <dgm:cxn modelId="{03B9B30C-360B-4B72-8387-BB966ACF343B}" srcId="{055D59CF-A410-4FC5-A9BE-16B551E0538A}" destId="{B3D932A2-9493-464C-926B-2DC4205A2F52}" srcOrd="0" destOrd="0" parTransId="{E7463AAA-F1F4-4AC3-B869-7ED0FF99FBFE}" sibTransId="{DD52141C-C626-4A7B-A097-290371CAF118}"/>
    <dgm:cxn modelId="{71865D2A-BD7E-47DB-A9FF-D642F0EB7515}" type="presOf" srcId="{055D59CF-A410-4FC5-A9BE-16B551E0538A}" destId="{02CDC954-634E-4791-A5D5-B800CA584FAD}" srcOrd="0" destOrd="0" presId="urn:microsoft.com/office/officeart/2005/8/layout/default"/>
    <dgm:cxn modelId="{ABD33531-FC40-450A-B0BD-447748DB0E28}" type="presOf" srcId="{87AE7D24-3909-4CFE-8209-C4155A055360}" destId="{FDCC4F4E-1389-422C-A222-9767CBB070E5}" srcOrd="0" destOrd="0" presId="urn:microsoft.com/office/officeart/2005/8/layout/default"/>
    <dgm:cxn modelId="{71BE0D68-7766-43CE-A0FA-4E70C6E1B5DD}" srcId="{055D59CF-A410-4FC5-A9BE-16B551E0538A}" destId="{F5C26712-53CC-4B6F-8750-0A77C8B69E70}" srcOrd="2" destOrd="0" parTransId="{419A6E6F-B625-4778-BF3E-8ECEC2DB6C3D}" sibTransId="{CF273851-D1D1-4C2D-B101-1CEFA636A30F}"/>
    <dgm:cxn modelId="{62D5FD95-20AE-4BBC-A5B5-5733641801BA}" type="presOf" srcId="{F5C26712-53CC-4B6F-8750-0A77C8B69E70}" destId="{C60B0E56-827E-4990-9F31-78A4E344BDBB}" srcOrd="0" destOrd="0" presId="urn:microsoft.com/office/officeart/2005/8/layout/default"/>
    <dgm:cxn modelId="{C939379C-1BF0-4608-8411-3BCE8CDE0F5D}" type="presOf" srcId="{E3F99CA8-9C23-47DC-B56D-3EDF89763C9D}" destId="{6E5CF3C8-8609-40A2-A559-EB98331AF876}" srcOrd="0" destOrd="0" presId="urn:microsoft.com/office/officeart/2005/8/layout/default"/>
    <dgm:cxn modelId="{9AF09EB6-15A1-43C4-9051-15182F617CF6}" srcId="{055D59CF-A410-4FC5-A9BE-16B551E0538A}" destId="{87AE7D24-3909-4CFE-8209-C4155A055360}" srcOrd="1" destOrd="0" parTransId="{C2EDEAA4-6FDF-4E1E-8D1D-6F734A21390E}" sibTransId="{FFE00D76-6194-4BA1-8BFF-8224ABD064F4}"/>
    <dgm:cxn modelId="{3A78A9DC-DF06-4D41-A77A-A504AFEDDC66}" type="presOf" srcId="{B3D932A2-9493-464C-926B-2DC4205A2F52}" destId="{3E1D57D0-047D-4B7D-931D-D4E03C6E235C}" srcOrd="0" destOrd="0" presId="urn:microsoft.com/office/officeart/2005/8/layout/default"/>
    <dgm:cxn modelId="{0BD10D56-6D4D-42DE-A5E4-BD7DDC678CF8}" type="presParOf" srcId="{02CDC954-634E-4791-A5D5-B800CA584FAD}" destId="{3E1D57D0-047D-4B7D-931D-D4E03C6E235C}" srcOrd="0" destOrd="0" presId="urn:microsoft.com/office/officeart/2005/8/layout/default"/>
    <dgm:cxn modelId="{6D913AAE-9242-4A1B-B7EF-7151A8E6DAD4}" type="presParOf" srcId="{02CDC954-634E-4791-A5D5-B800CA584FAD}" destId="{72B7E13A-6258-42BC-99B7-F132FF4E1995}" srcOrd="1" destOrd="0" presId="urn:microsoft.com/office/officeart/2005/8/layout/default"/>
    <dgm:cxn modelId="{985D7529-8167-4644-AEAE-202B8C7476B0}" type="presParOf" srcId="{02CDC954-634E-4791-A5D5-B800CA584FAD}" destId="{FDCC4F4E-1389-422C-A222-9767CBB070E5}" srcOrd="2" destOrd="0" presId="urn:microsoft.com/office/officeart/2005/8/layout/default"/>
    <dgm:cxn modelId="{F3A325B7-D13D-4907-B3D6-16B9E29A8326}" type="presParOf" srcId="{02CDC954-634E-4791-A5D5-B800CA584FAD}" destId="{A7E36BA6-085B-4E2A-8AF6-9803A8DCDE21}" srcOrd="3" destOrd="0" presId="urn:microsoft.com/office/officeart/2005/8/layout/default"/>
    <dgm:cxn modelId="{52182078-D228-44E6-BF14-099C2476F2CA}" type="presParOf" srcId="{02CDC954-634E-4791-A5D5-B800CA584FAD}" destId="{C60B0E56-827E-4990-9F31-78A4E344BDBB}" srcOrd="4" destOrd="0" presId="urn:microsoft.com/office/officeart/2005/8/layout/default"/>
    <dgm:cxn modelId="{D1045E3C-71DB-4C9D-A104-6ECB4A015B95}" type="presParOf" srcId="{02CDC954-634E-4791-A5D5-B800CA584FAD}" destId="{2F1E486C-7E55-42C0-90FD-E62D68C34F1E}" srcOrd="5" destOrd="0" presId="urn:microsoft.com/office/officeart/2005/8/layout/default"/>
    <dgm:cxn modelId="{D16916BD-E6A2-4788-BB06-97726CC1C5E7}" type="presParOf" srcId="{02CDC954-634E-4791-A5D5-B800CA584FAD}" destId="{6E5CF3C8-8609-40A2-A559-EB98331AF876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F947CBE7-274B-4BCC-BD04-2CBCE048714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8C624D0B-3A68-4434-82E5-6B3EA68A82D3}">
      <dgm:prSet/>
      <dgm:spPr/>
      <dgm:t>
        <a:bodyPr/>
        <a:lstStyle/>
        <a:p>
          <a:r>
            <a:rPr lang="en-US" b="1" i="0" baseline="0"/>
            <a:t>Steering committee:</a:t>
          </a:r>
          <a:r>
            <a:rPr lang="en-US" b="0" i="0" baseline="0"/>
            <a:t> Sanza, AAYWA, technical partners, local authorities (placeholders).</a:t>
          </a:r>
          <a:endParaRPr lang="en-US"/>
        </a:p>
      </dgm:t>
    </dgm:pt>
    <dgm:pt modelId="{93BB0FA7-469C-4792-A4B4-F2F62AD12170}" type="parTrans" cxnId="{78B2E48E-7276-40F4-815A-AC7B973199F6}">
      <dgm:prSet/>
      <dgm:spPr/>
      <dgm:t>
        <a:bodyPr/>
        <a:lstStyle/>
        <a:p>
          <a:endParaRPr lang="en-US"/>
        </a:p>
      </dgm:t>
    </dgm:pt>
    <dgm:pt modelId="{F52B4CCF-D335-46EE-A3E1-D0B21DFDBDDB}" type="sibTrans" cxnId="{78B2E48E-7276-40F4-815A-AC7B973199F6}">
      <dgm:prSet/>
      <dgm:spPr/>
      <dgm:t>
        <a:bodyPr/>
        <a:lstStyle/>
        <a:p>
          <a:endParaRPr lang="en-US"/>
        </a:p>
      </dgm:t>
    </dgm:pt>
    <dgm:pt modelId="{F5B20798-8DC3-45A8-84F0-89AF7FC91D1B}">
      <dgm:prSet/>
      <dgm:spPr/>
      <dgm:t>
        <a:bodyPr/>
        <a:lstStyle/>
        <a:p>
          <a:r>
            <a:rPr lang="en-US" b="1" i="0" baseline="0"/>
            <a:t>Project contacts:</a:t>
          </a:r>
          <a:r>
            <a:rPr lang="en-US" b="0" i="0" baseline="0"/>
            <a:t> Project Manager (name), M&amp;E lead (name), Sanza contact, AAYWA contact (placeholders).</a:t>
          </a:r>
          <a:endParaRPr lang="en-US"/>
        </a:p>
      </dgm:t>
    </dgm:pt>
    <dgm:pt modelId="{04BEFE6A-BAAE-4893-87B2-5EED521CD0F8}" type="parTrans" cxnId="{63301168-40F6-4EEB-8337-8281D92FFF8F}">
      <dgm:prSet/>
      <dgm:spPr/>
      <dgm:t>
        <a:bodyPr/>
        <a:lstStyle/>
        <a:p>
          <a:endParaRPr lang="en-US"/>
        </a:p>
      </dgm:t>
    </dgm:pt>
    <dgm:pt modelId="{AF2A9525-1D28-4786-9D19-4A96705139BD}" type="sibTrans" cxnId="{63301168-40F6-4EEB-8337-8281D92FFF8F}">
      <dgm:prSet/>
      <dgm:spPr/>
      <dgm:t>
        <a:bodyPr/>
        <a:lstStyle/>
        <a:p>
          <a:endParaRPr lang="en-US"/>
        </a:p>
      </dgm:t>
    </dgm:pt>
    <dgm:pt modelId="{B3EFAACC-BCAA-4387-A513-01AF1E1D7245}">
      <dgm:prSet/>
      <dgm:spPr/>
      <dgm:t>
        <a:bodyPr/>
        <a:lstStyle/>
        <a:p>
          <a:r>
            <a:rPr lang="en-US" b="1" i="0" baseline="0"/>
            <a:t>Next steps:</a:t>
          </a:r>
          <a:r>
            <a:rPr lang="en-US" b="0" i="0" baseline="0"/>
            <a:t> finalize baseline, confirm logos/photos, schedule stakeholder launch, begin Phase 1 activities.</a:t>
          </a:r>
          <a:endParaRPr lang="en-US"/>
        </a:p>
      </dgm:t>
    </dgm:pt>
    <dgm:pt modelId="{19CBC72B-DEE5-4215-B72C-18B781CE63F1}" type="parTrans" cxnId="{25100A17-0598-4D6F-8107-C4E38513E7FA}">
      <dgm:prSet/>
      <dgm:spPr/>
      <dgm:t>
        <a:bodyPr/>
        <a:lstStyle/>
        <a:p>
          <a:endParaRPr lang="en-US"/>
        </a:p>
      </dgm:t>
    </dgm:pt>
    <dgm:pt modelId="{03122480-38BA-41F2-ACA0-F40CB0D9FCE8}" type="sibTrans" cxnId="{25100A17-0598-4D6F-8107-C4E38513E7FA}">
      <dgm:prSet/>
      <dgm:spPr/>
      <dgm:t>
        <a:bodyPr/>
        <a:lstStyle/>
        <a:p>
          <a:endParaRPr lang="en-US"/>
        </a:p>
      </dgm:t>
    </dgm:pt>
    <dgm:pt modelId="{1CFB1426-AC35-434A-8D02-7192B1646845}">
      <dgm:prSet/>
      <dgm:spPr/>
      <dgm:t>
        <a:bodyPr/>
        <a:lstStyle/>
        <a:p>
          <a:r>
            <a:rPr lang="en-US" b="1" i="0" baseline="0"/>
            <a:t>Call to action:</a:t>
          </a:r>
          <a:r>
            <a:rPr lang="en-US" b="0" i="0" baseline="0"/>
            <a:t> review, provide logos/photos, confirm baseline dates.</a:t>
          </a:r>
          <a:endParaRPr lang="en-US"/>
        </a:p>
      </dgm:t>
    </dgm:pt>
    <dgm:pt modelId="{DD728C7D-2B4B-4B5A-A81E-F0AE71E93BCB}" type="parTrans" cxnId="{6F15BEC6-4050-4FDE-80F7-30669C31D5C0}">
      <dgm:prSet/>
      <dgm:spPr/>
      <dgm:t>
        <a:bodyPr/>
        <a:lstStyle/>
        <a:p>
          <a:endParaRPr lang="en-US"/>
        </a:p>
      </dgm:t>
    </dgm:pt>
    <dgm:pt modelId="{39BD7D34-2274-4971-A97D-9B4B711E45F2}" type="sibTrans" cxnId="{6F15BEC6-4050-4FDE-80F7-30669C31D5C0}">
      <dgm:prSet/>
      <dgm:spPr/>
      <dgm:t>
        <a:bodyPr/>
        <a:lstStyle/>
        <a:p>
          <a:endParaRPr lang="en-US"/>
        </a:p>
      </dgm:t>
    </dgm:pt>
    <dgm:pt modelId="{CDC3CAE9-6FF7-4F55-984E-91DF22AB6FCE}" type="pres">
      <dgm:prSet presAssocID="{F947CBE7-274B-4BCC-BD04-2CBCE0487142}" presName="root" presStyleCnt="0">
        <dgm:presLayoutVars>
          <dgm:dir/>
          <dgm:resizeHandles val="exact"/>
        </dgm:presLayoutVars>
      </dgm:prSet>
      <dgm:spPr/>
    </dgm:pt>
    <dgm:pt modelId="{EC064A40-D010-4D10-8C39-4F56EAD70014}" type="pres">
      <dgm:prSet presAssocID="{8C624D0B-3A68-4434-82E5-6B3EA68A82D3}" presName="compNode" presStyleCnt="0"/>
      <dgm:spPr/>
    </dgm:pt>
    <dgm:pt modelId="{796AA425-87E8-47BB-9F46-0820B962A2C3}" type="pres">
      <dgm:prSet presAssocID="{8C624D0B-3A68-4434-82E5-6B3EA68A82D3}" presName="bgRect" presStyleLbl="bgShp" presStyleIdx="0" presStyleCnt="4"/>
      <dgm:spPr/>
    </dgm:pt>
    <dgm:pt modelId="{E73A3715-3E43-4BD2-BE27-4D19B1A55AD6}" type="pres">
      <dgm:prSet presAssocID="{8C624D0B-3A68-4434-82E5-6B3EA68A82D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1A0A59FD-D77E-4463-8E68-20118EE5BD23}" type="pres">
      <dgm:prSet presAssocID="{8C624D0B-3A68-4434-82E5-6B3EA68A82D3}" presName="spaceRect" presStyleCnt="0"/>
      <dgm:spPr/>
    </dgm:pt>
    <dgm:pt modelId="{D8E26043-FE5B-4EED-B026-8123DC3F5002}" type="pres">
      <dgm:prSet presAssocID="{8C624D0B-3A68-4434-82E5-6B3EA68A82D3}" presName="parTx" presStyleLbl="revTx" presStyleIdx="0" presStyleCnt="4">
        <dgm:presLayoutVars>
          <dgm:chMax val="0"/>
          <dgm:chPref val="0"/>
        </dgm:presLayoutVars>
      </dgm:prSet>
      <dgm:spPr/>
    </dgm:pt>
    <dgm:pt modelId="{15A7D69A-CCE7-40B0-9F07-92A8468003DC}" type="pres">
      <dgm:prSet presAssocID="{F52B4CCF-D335-46EE-A3E1-D0B21DFDBDDB}" presName="sibTrans" presStyleCnt="0"/>
      <dgm:spPr/>
    </dgm:pt>
    <dgm:pt modelId="{BD6159E7-E958-4E65-A906-19304919B067}" type="pres">
      <dgm:prSet presAssocID="{F5B20798-8DC3-45A8-84F0-89AF7FC91D1B}" presName="compNode" presStyleCnt="0"/>
      <dgm:spPr/>
    </dgm:pt>
    <dgm:pt modelId="{320E8BC5-4744-4158-BC0E-0F59D517B615}" type="pres">
      <dgm:prSet presAssocID="{F5B20798-8DC3-45A8-84F0-89AF7FC91D1B}" presName="bgRect" presStyleLbl="bgShp" presStyleIdx="1" presStyleCnt="4"/>
      <dgm:spPr/>
    </dgm:pt>
    <dgm:pt modelId="{3BD63ECB-9764-4F80-AB11-E3A707C190F9}" type="pres">
      <dgm:prSet presAssocID="{F5B20798-8DC3-45A8-84F0-89AF7FC91D1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B9BE2BBF-C586-412B-A75F-215B432568BE}" type="pres">
      <dgm:prSet presAssocID="{F5B20798-8DC3-45A8-84F0-89AF7FC91D1B}" presName="spaceRect" presStyleCnt="0"/>
      <dgm:spPr/>
    </dgm:pt>
    <dgm:pt modelId="{B7130A8D-2216-4862-84E5-AC6F4759B7F7}" type="pres">
      <dgm:prSet presAssocID="{F5B20798-8DC3-45A8-84F0-89AF7FC91D1B}" presName="parTx" presStyleLbl="revTx" presStyleIdx="1" presStyleCnt="4">
        <dgm:presLayoutVars>
          <dgm:chMax val="0"/>
          <dgm:chPref val="0"/>
        </dgm:presLayoutVars>
      </dgm:prSet>
      <dgm:spPr/>
    </dgm:pt>
    <dgm:pt modelId="{6E44EA18-F938-4066-8AE8-C60C49668E38}" type="pres">
      <dgm:prSet presAssocID="{AF2A9525-1D28-4786-9D19-4A96705139BD}" presName="sibTrans" presStyleCnt="0"/>
      <dgm:spPr/>
    </dgm:pt>
    <dgm:pt modelId="{D5CE3328-BC24-4D9A-9FE4-DFAC9313FD39}" type="pres">
      <dgm:prSet presAssocID="{B3EFAACC-BCAA-4387-A513-01AF1E1D7245}" presName="compNode" presStyleCnt="0"/>
      <dgm:spPr/>
    </dgm:pt>
    <dgm:pt modelId="{D8E2665B-877E-46A4-BF96-F1A400FF8024}" type="pres">
      <dgm:prSet presAssocID="{B3EFAACC-BCAA-4387-A513-01AF1E1D7245}" presName="bgRect" presStyleLbl="bgShp" presStyleIdx="2" presStyleCnt="4"/>
      <dgm:spPr/>
    </dgm:pt>
    <dgm:pt modelId="{FB881560-9435-47ED-8073-4E022CA72D56}" type="pres">
      <dgm:prSet presAssocID="{B3EFAACC-BCAA-4387-A513-01AF1E1D724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4D12073-223E-4CE3-9F7B-D59BF4191D74}" type="pres">
      <dgm:prSet presAssocID="{B3EFAACC-BCAA-4387-A513-01AF1E1D7245}" presName="spaceRect" presStyleCnt="0"/>
      <dgm:spPr/>
    </dgm:pt>
    <dgm:pt modelId="{7B5D1107-10EA-4854-9790-0A1D72A1C336}" type="pres">
      <dgm:prSet presAssocID="{B3EFAACC-BCAA-4387-A513-01AF1E1D7245}" presName="parTx" presStyleLbl="revTx" presStyleIdx="2" presStyleCnt="4">
        <dgm:presLayoutVars>
          <dgm:chMax val="0"/>
          <dgm:chPref val="0"/>
        </dgm:presLayoutVars>
      </dgm:prSet>
      <dgm:spPr/>
    </dgm:pt>
    <dgm:pt modelId="{33D16C27-E2F5-4351-99C2-F92CBF5C7B26}" type="pres">
      <dgm:prSet presAssocID="{03122480-38BA-41F2-ACA0-F40CB0D9FCE8}" presName="sibTrans" presStyleCnt="0"/>
      <dgm:spPr/>
    </dgm:pt>
    <dgm:pt modelId="{8E5F388B-1CED-40FE-8065-4A6C2A0346AA}" type="pres">
      <dgm:prSet presAssocID="{1CFB1426-AC35-434A-8D02-7192B1646845}" presName="compNode" presStyleCnt="0"/>
      <dgm:spPr/>
    </dgm:pt>
    <dgm:pt modelId="{D6D537AE-6994-4F2D-A28F-AB234D97488C}" type="pres">
      <dgm:prSet presAssocID="{1CFB1426-AC35-434A-8D02-7192B1646845}" presName="bgRect" presStyleLbl="bgShp" presStyleIdx="3" presStyleCnt="4"/>
      <dgm:spPr/>
    </dgm:pt>
    <dgm:pt modelId="{10D70BDF-5C5B-4999-A130-962D34F1C70C}" type="pres">
      <dgm:prSet presAssocID="{1CFB1426-AC35-434A-8D02-7192B16468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mera"/>
        </a:ext>
      </dgm:extLst>
    </dgm:pt>
    <dgm:pt modelId="{2DC0DC63-2375-43BF-A3DD-D5DE1C36F6F1}" type="pres">
      <dgm:prSet presAssocID="{1CFB1426-AC35-434A-8D02-7192B1646845}" presName="spaceRect" presStyleCnt="0"/>
      <dgm:spPr/>
    </dgm:pt>
    <dgm:pt modelId="{5BC13082-766C-41A1-890F-40C81774DD10}" type="pres">
      <dgm:prSet presAssocID="{1CFB1426-AC35-434A-8D02-7192B1646845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4EC5DE06-EAA5-4C99-9B8A-88B61C7D9A4B}" type="presOf" srcId="{F5B20798-8DC3-45A8-84F0-89AF7FC91D1B}" destId="{B7130A8D-2216-4862-84E5-AC6F4759B7F7}" srcOrd="0" destOrd="0" presId="urn:microsoft.com/office/officeart/2018/2/layout/IconVerticalSolidList"/>
    <dgm:cxn modelId="{25100A17-0598-4D6F-8107-C4E38513E7FA}" srcId="{F947CBE7-274B-4BCC-BD04-2CBCE0487142}" destId="{B3EFAACC-BCAA-4387-A513-01AF1E1D7245}" srcOrd="2" destOrd="0" parTransId="{19CBC72B-DEE5-4215-B72C-18B781CE63F1}" sibTransId="{03122480-38BA-41F2-ACA0-F40CB0D9FCE8}"/>
    <dgm:cxn modelId="{0906EF45-A617-4CD9-A734-1A28A85BE820}" type="presOf" srcId="{1CFB1426-AC35-434A-8D02-7192B1646845}" destId="{5BC13082-766C-41A1-890F-40C81774DD10}" srcOrd="0" destOrd="0" presId="urn:microsoft.com/office/officeart/2018/2/layout/IconVerticalSolidList"/>
    <dgm:cxn modelId="{8675F666-5938-4CA8-846E-297E3FC06B23}" type="presOf" srcId="{8C624D0B-3A68-4434-82E5-6B3EA68A82D3}" destId="{D8E26043-FE5B-4EED-B026-8123DC3F5002}" srcOrd="0" destOrd="0" presId="urn:microsoft.com/office/officeart/2018/2/layout/IconVerticalSolidList"/>
    <dgm:cxn modelId="{63301168-40F6-4EEB-8337-8281D92FFF8F}" srcId="{F947CBE7-274B-4BCC-BD04-2CBCE0487142}" destId="{F5B20798-8DC3-45A8-84F0-89AF7FC91D1B}" srcOrd="1" destOrd="0" parTransId="{04BEFE6A-BAAE-4893-87B2-5EED521CD0F8}" sibTransId="{AF2A9525-1D28-4786-9D19-4A96705139BD}"/>
    <dgm:cxn modelId="{78B2E48E-7276-40F4-815A-AC7B973199F6}" srcId="{F947CBE7-274B-4BCC-BD04-2CBCE0487142}" destId="{8C624D0B-3A68-4434-82E5-6B3EA68A82D3}" srcOrd="0" destOrd="0" parTransId="{93BB0FA7-469C-4792-A4B4-F2F62AD12170}" sibTransId="{F52B4CCF-D335-46EE-A3E1-D0B21DFDBDDB}"/>
    <dgm:cxn modelId="{6F15BEC6-4050-4FDE-80F7-30669C31D5C0}" srcId="{F947CBE7-274B-4BCC-BD04-2CBCE0487142}" destId="{1CFB1426-AC35-434A-8D02-7192B1646845}" srcOrd="3" destOrd="0" parTransId="{DD728C7D-2B4B-4B5A-A81E-F0AE71E93BCB}" sibTransId="{39BD7D34-2274-4971-A97D-9B4B711E45F2}"/>
    <dgm:cxn modelId="{970AAFDB-247B-439C-8845-0C02B7329490}" type="presOf" srcId="{B3EFAACC-BCAA-4387-A513-01AF1E1D7245}" destId="{7B5D1107-10EA-4854-9790-0A1D72A1C336}" srcOrd="0" destOrd="0" presId="urn:microsoft.com/office/officeart/2018/2/layout/IconVerticalSolidList"/>
    <dgm:cxn modelId="{5C82B6EB-2053-4E2A-80E0-6B4458BDE8CE}" type="presOf" srcId="{F947CBE7-274B-4BCC-BD04-2CBCE0487142}" destId="{CDC3CAE9-6FF7-4F55-984E-91DF22AB6FCE}" srcOrd="0" destOrd="0" presId="urn:microsoft.com/office/officeart/2018/2/layout/IconVerticalSolidList"/>
    <dgm:cxn modelId="{13FDAEE9-0C25-4D70-9F93-281381886244}" type="presParOf" srcId="{CDC3CAE9-6FF7-4F55-984E-91DF22AB6FCE}" destId="{EC064A40-D010-4D10-8C39-4F56EAD70014}" srcOrd="0" destOrd="0" presId="urn:microsoft.com/office/officeart/2018/2/layout/IconVerticalSolidList"/>
    <dgm:cxn modelId="{2729C442-0E3D-4734-BD76-E720F67CA26D}" type="presParOf" srcId="{EC064A40-D010-4D10-8C39-4F56EAD70014}" destId="{796AA425-87E8-47BB-9F46-0820B962A2C3}" srcOrd="0" destOrd="0" presId="urn:microsoft.com/office/officeart/2018/2/layout/IconVerticalSolidList"/>
    <dgm:cxn modelId="{72CD568B-094C-456C-B1A7-0C71F7F8F3C8}" type="presParOf" srcId="{EC064A40-D010-4D10-8C39-4F56EAD70014}" destId="{E73A3715-3E43-4BD2-BE27-4D19B1A55AD6}" srcOrd="1" destOrd="0" presId="urn:microsoft.com/office/officeart/2018/2/layout/IconVerticalSolidList"/>
    <dgm:cxn modelId="{D04D69DF-7B24-40C0-BAD1-9699E3D1FFD2}" type="presParOf" srcId="{EC064A40-D010-4D10-8C39-4F56EAD70014}" destId="{1A0A59FD-D77E-4463-8E68-20118EE5BD23}" srcOrd="2" destOrd="0" presId="urn:microsoft.com/office/officeart/2018/2/layout/IconVerticalSolidList"/>
    <dgm:cxn modelId="{49A9062A-FAEA-4EFA-B1F9-045EB5DE56CC}" type="presParOf" srcId="{EC064A40-D010-4D10-8C39-4F56EAD70014}" destId="{D8E26043-FE5B-4EED-B026-8123DC3F5002}" srcOrd="3" destOrd="0" presId="urn:microsoft.com/office/officeart/2018/2/layout/IconVerticalSolidList"/>
    <dgm:cxn modelId="{9896172C-E1D1-4952-B7B4-9BF803F960BD}" type="presParOf" srcId="{CDC3CAE9-6FF7-4F55-984E-91DF22AB6FCE}" destId="{15A7D69A-CCE7-40B0-9F07-92A8468003DC}" srcOrd="1" destOrd="0" presId="urn:microsoft.com/office/officeart/2018/2/layout/IconVerticalSolidList"/>
    <dgm:cxn modelId="{53C6D040-B97D-4213-B33E-0B005A332F28}" type="presParOf" srcId="{CDC3CAE9-6FF7-4F55-984E-91DF22AB6FCE}" destId="{BD6159E7-E958-4E65-A906-19304919B067}" srcOrd="2" destOrd="0" presId="urn:microsoft.com/office/officeart/2018/2/layout/IconVerticalSolidList"/>
    <dgm:cxn modelId="{48100B0B-5AC3-40E2-9E77-C060656710CB}" type="presParOf" srcId="{BD6159E7-E958-4E65-A906-19304919B067}" destId="{320E8BC5-4744-4158-BC0E-0F59D517B615}" srcOrd="0" destOrd="0" presId="urn:microsoft.com/office/officeart/2018/2/layout/IconVerticalSolidList"/>
    <dgm:cxn modelId="{8EE4C8B7-8EC2-4DEF-BEB3-68D8D6C3DF6A}" type="presParOf" srcId="{BD6159E7-E958-4E65-A906-19304919B067}" destId="{3BD63ECB-9764-4F80-AB11-E3A707C190F9}" srcOrd="1" destOrd="0" presId="urn:microsoft.com/office/officeart/2018/2/layout/IconVerticalSolidList"/>
    <dgm:cxn modelId="{72A1C567-8B28-420E-AE20-E427DD57EB5A}" type="presParOf" srcId="{BD6159E7-E958-4E65-A906-19304919B067}" destId="{B9BE2BBF-C586-412B-A75F-215B432568BE}" srcOrd="2" destOrd="0" presId="urn:microsoft.com/office/officeart/2018/2/layout/IconVerticalSolidList"/>
    <dgm:cxn modelId="{A736977B-0AA3-4EF1-B9D5-9C6170857CDE}" type="presParOf" srcId="{BD6159E7-E958-4E65-A906-19304919B067}" destId="{B7130A8D-2216-4862-84E5-AC6F4759B7F7}" srcOrd="3" destOrd="0" presId="urn:microsoft.com/office/officeart/2018/2/layout/IconVerticalSolidList"/>
    <dgm:cxn modelId="{0E8BAD5C-365D-420D-8399-36FA3C0175DC}" type="presParOf" srcId="{CDC3CAE9-6FF7-4F55-984E-91DF22AB6FCE}" destId="{6E44EA18-F938-4066-8AE8-C60C49668E38}" srcOrd="3" destOrd="0" presId="urn:microsoft.com/office/officeart/2018/2/layout/IconVerticalSolidList"/>
    <dgm:cxn modelId="{20E56B5B-31D9-46A8-B51A-7C67AB10A454}" type="presParOf" srcId="{CDC3CAE9-6FF7-4F55-984E-91DF22AB6FCE}" destId="{D5CE3328-BC24-4D9A-9FE4-DFAC9313FD39}" srcOrd="4" destOrd="0" presId="urn:microsoft.com/office/officeart/2018/2/layout/IconVerticalSolidList"/>
    <dgm:cxn modelId="{9526EF8E-6E6C-4D7B-86AD-242855AD53D8}" type="presParOf" srcId="{D5CE3328-BC24-4D9A-9FE4-DFAC9313FD39}" destId="{D8E2665B-877E-46A4-BF96-F1A400FF8024}" srcOrd="0" destOrd="0" presId="urn:microsoft.com/office/officeart/2018/2/layout/IconVerticalSolidList"/>
    <dgm:cxn modelId="{3A0C5D1B-0BEE-436B-BCF1-2E0ECED58521}" type="presParOf" srcId="{D5CE3328-BC24-4D9A-9FE4-DFAC9313FD39}" destId="{FB881560-9435-47ED-8073-4E022CA72D56}" srcOrd="1" destOrd="0" presId="urn:microsoft.com/office/officeart/2018/2/layout/IconVerticalSolidList"/>
    <dgm:cxn modelId="{3CD94895-B47C-414C-94DE-444C424D1BC8}" type="presParOf" srcId="{D5CE3328-BC24-4D9A-9FE4-DFAC9313FD39}" destId="{54D12073-223E-4CE3-9F7B-D59BF4191D74}" srcOrd="2" destOrd="0" presId="urn:microsoft.com/office/officeart/2018/2/layout/IconVerticalSolidList"/>
    <dgm:cxn modelId="{EF576679-AF73-4645-8BD5-0F0884B15673}" type="presParOf" srcId="{D5CE3328-BC24-4D9A-9FE4-DFAC9313FD39}" destId="{7B5D1107-10EA-4854-9790-0A1D72A1C336}" srcOrd="3" destOrd="0" presId="urn:microsoft.com/office/officeart/2018/2/layout/IconVerticalSolidList"/>
    <dgm:cxn modelId="{6FA18824-2636-4DA2-A3D7-A99335226ACF}" type="presParOf" srcId="{CDC3CAE9-6FF7-4F55-984E-91DF22AB6FCE}" destId="{33D16C27-E2F5-4351-99C2-F92CBF5C7B26}" srcOrd="5" destOrd="0" presId="urn:microsoft.com/office/officeart/2018/2/layout/IconVerticalSolidList"/>
    <dgm:cxn modelId="{8241E70B-2690-460A-B1CB-C35E1776E2EE}" type="presParOf" srcId="{CDC3CAE9-6FF7-4F55-984E-91DF22AB6FCE}" destId="{8E5F388B-1CED-40FE-8065-4A6C2A0346AA}" srcOrd="6" destOrd="0" presId="urn:microsoft.com/office/officeart/2018/2/layout/IconVerticalSolidList"/>
    <dgm:cxn modelId="{B4FF3855-6C0D-43D8-AAB3-A460A6324BF7}" type="presParOf" srcId="{8E5F388B-1CED-40FE-8065-4A6C2A0346AA}" destId="{D6D537AE-6994-4F2D-A28F-AB234D97488C}" srcOrd="0" destOrd="0" presId="urn:microsoft.com/office/officeart/2018/2/layout/IconVerticalSolidList"/>
    <dgm:cxn modelId="{5242BCEE-E2F1-482D-AD20-22685D195F3A}" type="presParOf" srcId="{8E5F388B-1CED-40FE-8065-4A6C2A0346AA}" destId="{10D70BDF-5C5B-4999-A130-962D34F1C70C}" srcOrd="1" destOrd="0" presId="urn:microsoft.com/office/officeart/2018/2/layout/IconVerticalSolidList"/>
    <dgm:cxn modelId="{ADB252AA-1EA1-4B0B-A207-023057BA4E36}" type="presParOf" srcId="{8E5F388B-1CED-40FE-8065-4A6C2A0346AA}" destId="{2DC0DC63-2375-43BF-A3DD-D5DE1C36F6F1}" srcOrd="2" destOrd="0" presId="urn:microsoft.com/office/officeart/2018/2/layout/IconVerticalSolidList"/>
    <dgm:cxn modelId="{7CF0D413-03A0-4F4E-A233-BE62608DD7DD}" type="presParOf" srcId="{8E5F388B-1CED-40FE-8065-4A6C2A0346AA}" destId="{5BC13082-766C-41A1-890F-40C81774DD1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51A45-F7A5-4D7F-8128-6D8818FC529D}">
      <dsp:nvSpPr>
        <dsp:cNvPr id="0" name=""/>
        <dsp:cNvSpPr/>
      </dsp:nvSpPr>
      <dsp:spPr>
        <a:xfrm>
          <a:off x="14682" y="261064"/>
          <a:ext cx="1464366" cy="14643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16964C-15F8-4C68-B87B-7000011533AD}">
      <dsp:nvSpPr>
        <dsp:cNvPr id="0" name=""/>
        <dsp:cNvSpPr/>
      </dsp:nvSpPr>
      <dsp:spPr>
        <a:xfrm>
          <a:off x="322199" y="568581"/>
          <a:ext cx="849332" cy="84933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8528A1-7E38-42E1-9DEE-A167D8BADAD6}">
      <dsp:nvSpPr>
        <dsp:cNvPr id="0" name=""/>
        <dsp:cNvSpPr/>
      </dsp:nvSpPr>
      <dsp:spPr>
        <a:xfrm>
          <a:off x="1792841" y="261064"/>
          <a:ext cx="3451721" cy="1464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Women face </a:t>
          </a:r>
          <a:r>
            <a:rPr lang="en-US" sz="2400" b="1" i="0" kern="1200" baseline="0"/>
            <a:t>land constraints, limited capital and time poverty</a:t>
          </a:r>
          <a:r>
            <a:rPr lang="en-US" sz="2400" b="0" i="0" kern="1200" baseline="0"/>
            <a:t> in rural Rwanda.</a:t>
          </a:r>
          <a:endParaRPr lang="en-US" sz="2400" kern="1200"/>
        </a:p>
      </dsp:txBody>
      <dsp:txXfrm>
        <a:off x="1792841" y="261064"/>
        <a:ext cx="3451721" cy="1464366"/>
      </dsp:txXfrm>
    </dsp:sp>
    <dsp:sp modelId="{19329FFF-82D0-4913-9B5E-A364E86FB7ED}">
      <dsp:nvSpPr>
        <dsp:cNvPr id="0" name=""/>
        <dsp:cNvSpPr/>
      </dsp:nvSpPr>
      <dsp:spPr>
        <a:xfrm>
          <a:off x="5845998" y="261064"/>
          <a:ext cx="1464366" cy="14643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4FF62-3064-4A0C-BB8D-4B5147EA4A32}">
      <dsp:nvSpPr>
        <dsp:cNvPr id="0" name=""/>
        <dsp:cNvSpPr/>
      </dsp:nvSpPr>
      <dsp:spPr>
        <a:xfrm>
          <a:off x="6153515" y="568581"/>
          <a:ext cx="849332" cy="84933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2289D3-1F47-4793-9790-7B3501686E40}">
      <dsp:nvSpPr>
        <dsp:cNvPr id="0" name=""/>
        <dsp:cNvSpPr/>
      </dsp:nvSpPr>
      <dsp:spPr>
        <a:xfrm>
          <a:off x="7624157" y="261064"/>
          <a:ext cx="3451721" cy="1464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High cost of synthetic inputs and </a:t>
          </a:r>
          <a:r>
            <a:rPr lang="en-US" sz="2400" b="1" i="0" kern="1200" baseline="0"/>
            <a:t>soil degradation</a:t>
          </a:r>
          <a:r>
            <a:rPr lang="en-US" sz="2400" b="0" i="0" kern="1200" baseline="0"/>
            <a:t> reduce productivity.</a:t>
          </a:r>
          <a:endParaRPr lang="en-US" sz="2400" kern="1200"/>
        </a:p>
      </dsp:txBody>
      <dsp:txXfrm>
        <a:off x="7624157" y="261064"/>
        <a:ext cx="3451721" cy="1464366"/>
      </dsp:txXfrm>
    </dsp:sp>
    <dsp:sp modelId="{D8664641-3568-4122-9EF1-F4329A19FA7E}">
      <dsp:nvSpPr>
        <dsp:cNvPr id="0" name=""/>
        <dsp:cNvSpPr/>
      </dsp:nvSpPr>
      <dsp:spPr>
        <a:xfrm>
          <a:off x="14682" y="2432233"/>
          <a:ext cx="1464366" cy="14643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B6974-2DFF-49FB-8AC1-86D17D8BCFEB}">
      <dsp:nvSpPr>
        <dsp:cNvPr id="0" name=""/>
        <dsp:cNvSpPr/>
      </dsp:nvSpPr>
      <dsp:spPr>
        <a:xfrm>
          <a:off x="322199" y="2739750"/>
          <a:ext cx="849332" cy="84933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EBA02-8B96-47F6-8832-9D5192F36CCB}">
      <dsp:nvSpPr>
        <dsp:cNvPr id="0" name=""/>
        <dsp:cNvSpPr/>
      </dsp:nvSpPr>
      <dsp:spPr>
        <a:xfrm>
          <a:off x="1792841" y="2432233"/>
          <a:ext cx="3451721" cy="1464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Organic fertilizer</a:t>
          </a:r>
          <a:r>
            <a:rPr lang="en-US" sz="2400" b="0" i="0" kern="1200" baseline="0"/>
            <a:t> improves soil health, reduces recurring cash outlays and supports resilient yields.</a:t>
          </a:r>
          <a:endParaRPr lang="en-US" sz="2400" kern="1200"/>
        </a:p>
      </dsp:txBody>
      <dsp:txXfrm>
        <a:off x="1792841" y="2432233"/>
        <a:ext cx="3451721" cy="1464366"/>
      </dsp:txXfrm>
    </dsp:sp>
    <dsp:sp modelId="{10D0ED2B-D34D-4D93-B496-23CB2C33A185}">
      <dsp:nvSpPr>
        <dsp:cNvPr id="0" name=""/>
        <dsp:cNvSpPr/>
      </dsp:nvSpPr>
      <dsp:spPr>
        <a:xfrm>
          <a:off x="5845998" y="2432233"/>
          <a:ext cx="1464366" cy="146436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59028-D1EA-4A98-8CA9-FBDE81C8BBB2}">
      <dsp:nvSpPr>
        <dsp:cNvPr id="0" name=""/>
        <dsp:cNvSpPr/>
      </dsp:nvSpPr>
      <dsp:spPr>
        <a:xfrm>
          <a:off x="6153515" y="2739750"/>
          <a:ext cx="849332" cy="84933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5FD0B5-A154-48F3-B9CA-B67CAB3CF7C8}">
      <dsp:nvSpPr>
        <dsp:cNvPr id="0" name=""/>
        <dsp:cNvSpPr/>
      </dsp:nvSpPr>
      <dsp:spPr>
        <a:xfrm>
          <a:off x="7624157" y="2432233"/>
          <a:ext cx="3451721" cy="1464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baseline="0"/>
            <a:t>Targeting young women and adolescent mothers addresses nutrition and youth employment gaps.</a:t>
          </a:r>
          <a:endParaRPr lang="en-US" sz="2400" kern="1200"/>
        </a:p>
      </dsp:txBody>
      <dsp:txXfrm>
        <a:off x="7624157" y="2432233"/>
        <a:ext cx="3451721" cy="146436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D60DDD-4C4B-44CF-B119-641737E58F06}">
      <dsp:nvSpPr>
        <dsp:cNvPr id="0" name=""/>
        <dsp:cNvSpPr/>
      </dsp:nvSpPr>
      <dsp:spPr>
        <a:xfrm>
          <a:off x="704737" y="113188"/>
          <a:ext cx="839227" cy="8392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B893D-B964-42FF-B334-61ED4E5053A3}">
      <dsp:nvSpPr>
        <dsp:cNvPr id="0" name=""/>
        <dsp:cNvSpPr/>
      </dsp:nvSpPr>
      <dsp:spPr>
        <a:xfrm>
          <a:off x="880975" y="289425"/>
          <a:ext cx="486751" cy="486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7995C8-AC51-4A2A-8483-62096CE25032}">
      <dsp:nvSpPr>
        <dsp:cNvPr id="0" name=""/>
        <dsp:cNvSpPr/>
      </dsp:nvSpPr>
      <dsp:spPr>
        <a:xfrm>
          <a:off x="1723799" y="11318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Overall objective:</a:t>
          </a:r>
          <a:r>
            <a:rPr lang="en-US" sz="1100" b="0" i="0" kern="1200" baseline="0"/>
            <a:t> Improve productivity, resilience and nutrition for 100 young women through organic‑fertilizer‑centered farming.</a:t>
          </a:r>
          <a:endParaRPr lang="en-US" sz="1100" kern="1200"/>
        </a:p>
      </dsp:txBody>
      <dsp:txXfrm>
        <a:off x="1723799" y="113188"/>
        <a:ext cx="1978178" cy="839227"/>
      </dsp:txXfrm>
    </dsp:sp>
    <dsp:sp modelId="{18E8B1BA-BACF-48C5-9CA1-7AAE0C17BB72}">
      <dsp:nvSpPr>
        <dsp:cNvPr id="0" name=""/>
        <dsp:cNvSpPr/>
      </dsp:nvSpPr>
      <dsp:spPr>
        <a:xfrm>
          <a:off x="4046660" y="113188"/>
          <a:ext cx="839227" cy="8392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BFE154-B6AB-499C-A069-7235D5363FFA}">
      <dsp:nvSpPr>
        <dsp:cNvPr id="0" name=""/>
        <dsp:cNvSpPr/>
      </dsp:nvSpPr>
      <dsp:spPr>
        <a:xfrm>
          <a:off x="4222898" y="289425"/>
          <a:ext cx="486751" cy="486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EF07B7-C081-4F14-BA9A-40BD3F8CF4CA}">
      <dsp:nvSpPr>
        <dsp:cNvPr id="0" name=""/>
        <dsp:cNvSpPr/>
      </dsp:nvSpPr>
      <dsp:spPr>
        <a:xfrm>
          <a:off x="5065722" y="11318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 baseline="0"/>
            <a:t>Specific objectives:</a:t>
          </a:r>
          <a:endParaRPr lang="en-US" sz="1100" kern="1200"/>
        </a:p>
      </dsp:txBody>
      <dsp:txXfrm>
        <a:off x="5065722" y="113188"/>
        <a:ext cx="1978178" cy="839227"/>
      </dsp:txXfrm>
    </dsp:sp>
    <dsp:sp modelId="{12CE2EEC-B81A-4B82-905B-338FA40F0C4B}">
      <dsp:nvSpPr>
        <dsp:cNvPr id="0" name=""/>
        <dsp:cNvSpPr/>
      </dsp:nvSpPr>
      <dsp:spPr>
        <a:xfrm>
          <a:off x="7388583" y="113188"/>
          <a:ext cx="839227" cy="83922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87C127F-1B7E-45BC-BD2F-7821CB9B4EE7}">
      <dsp:nvSpPr>
        <dsp:cNvPr id="0" name=""/>
        <dsp:cNvSpPr/>
      </dsp:nvSpPr>
      <dsp:spPr>
        <a:xfrm>
          <a:off x="7564820" y="289425"/>
          <a:ext cx="486751" cy="486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27DD00-8B99-420D-BD4D-7F2525850988}">
      <dsp:nvSpPr>
        <dsp:cNvPr id="0" name=""/>
        <dsp:cNvSpPr/>
      </dsp:nvSpPr>
      <dsp:spPr>
        <a:xfrm>
          <a:off x="8407644" y="11318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Train 100 women and certify farmer champions.</a:t>
          </a:r>
          <a:endParaRPr lang="en-US" sz="1100" kern="1200"/>
        </a:p>
      </dsp:txBody>
      <dsp:txXfrm>
        <a:off x="8407644" y="113188"/>
        <a:ext cx="1978178" cy="839227"/>
      </dsp:txXfrm>
    </dsp:sp>
    <dsp:sp modelId="{8A697EB6-341E-4ECF-945F-15E488B48C3D}">
      <dsp:nvSpPr>
        <dsp:cNvPr id="0" name=""/>
        <dsp:cNvSpPr/>
      </dsp:nvSpPr>
      <dsp:spPr>
        <a:xfrm>
          <a:off x="704737" y="1659218"/>
          <a:ext cx="839227" cy="83922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A03563-1B78-481B-96B0-494852092104}">
      <dsp:nvSpPr>
        <dsp:cNvPr id="0" name=""/>
        <dsp:cNvSpPr/>
      </dsp:nvSpPr>
      <dsp:spPr>
        <a:xfrm>
          <a:off x="880975" y="1835456"/>
          <a:ext cx="486751" cy="486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20430-D68A-47F5-94EF-496D03ED3F67}">
      <dsp:nvSpPr>
        <dsp:cNvPr id="0" name=""/>
        <dsp:cNvSpPr/>
      </dsp:nvSpPr>
      <dsp:spPr>
        <a:xfrm>
          <a:off x="1723799" y="165921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Establish 4 model farms and demonstration plots.</a:t>
          </a:r>
          <a:endParaRPr lang="en-US" sz="1100" kern="1200"/>
        </a:p>
      </dsp:txBody>
      <dsp:txXfrm>
        <a:off x="1723799" y="1659218"/>
        <a:ext cx="1978178" cy="839227"/>
      </dsp:txXfrm>
    </dsp:sp>
    <dsp:sp modelId="{F9081FB5-E32F-415B-958C-0961DA4E6134}">
      <dsp:nvSpPr>
        <dsp:cNvPr id="0" name=""/>
        <dsp:cNvSpPr/>
      </dsp:nvSpPr>
      <dsp:spPr>
        <a:xfrm>
          <a:off x="4046660" y="1659218"/>
          <a:ext cx="839227" cy="83922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DCDA78-337C-426E-BAD0-0EFA29FDAD49}">
      <dsp:nvSpPr>
        <dsp:cNvPr id="0" name=""/>
        <dsp:cNvSpPr/>
      </dsp:nvSpPr>
      <dsp:spPr>
        <a:xfrm>
          <a:off x="4222898" y="1835456"/>
          <a:ext cx="486751" cy="48675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E9AC1-7BE2-4A1F-9216-EC4FC51CE8CE}">
      <dsp:nvSpPr>
        <dsp:cNvPr id="0" name=""/>
        <dsp:cNvSpPr/>
      </dsp:nvSpPr>
      <dsp:spPr>
        <a:xfrm>
          <a:off x="5065722" y="165921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Operationalize 4 VSLAs with seed capital.</a:t>
          </a:r>
          <a:endParaRPr lang="en-US" sz="1100" kern="1200"/>
        </a:p>
      </dsp:txBody>
      <dsp:txXfrm>
        <a:off x="5065722" y="1659218"/>
        <a:ext cx="1978178" cy="839227"/>
      </dsp:txXfrm>
    </dsp:sp>
    <dsp:sp modelId="{ACAA694A-4E7C-469E-85B9-D1831BE1FFB2}">
      <dsp:nvSpPr>
        <dsp:cNvPr id="0" name=""/>
        <dsp:cNvSpPr/>
      </dsp:nvSpPr>
      <dsp:spPr>
        <a:xfrm>
          <a:off x="7388583" y="1659218"/>
          <a:ext cx="839227" cy="83922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E4D844-15D7-4AE5-8201-79AFEA88B696}">
      <dsp:nvSpPr>
        <dsp:cNvPr id="0" name=""/>
        <dsp:cNvSpPr/>
      </dsp:nvSpPr>
      <dsp:spPr>
        <a:xfrm>
          <a:off x="7564820" y="1835456"/>
          <a:ext cx="486751" cy="48675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3AD685-533D-4395-A19F-658F915FD28B}">
      <dsp:nvSpPr>
        <dsp:cNvPr id="0" name=""/>
        <dsp:cNvSpPr/>
      </dsp:nvSpPr>
      <dsp:spPr>
        <a:xfrm>
          <a:off x="8407644" y="165921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Launch compost enterprise supplying cohorts and third parties.</a:t>
          </a:r>
          <a:endParaRPr lang="en-US" sz="1100" kern="1200"/>
        </a:p>
      </dsp:txBody>
      <dsp:txXfrm>
        <a:off x="8407644" y="1659218"/>
        <a:ext cx="1978178" cy="839227"/>
      </dsp:txXfrm>
    </dsp:sp>
    <dsp:sp modelId="{8A519C1B-BF7D-452A-8F90-99164AFD83DA}">
      <dsp:nvSpPr>
        <dsp:cNvPr id="0" name=""/>
        <dsp:cNvSpPr/>
      </dsp:nvSpPr>
      <dsp:spPr>
        <a:xfrm>
          <a:off x="704737" y="3205248"/>
          <a:ext cx="839227" cy="83922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BCB789-9EDE-4950-9169-F474C1252848}">
      <dsp:nvSpPr>
        <dsp:cNvPr id="0" name=""/>
        <dsp:cNvSpPr/>
      </dsp:nvSpPr>
      <dsp:spPr>
        <a:xfrm>
          <a:off x="880975" y="3381486"/>
          <a:ext cx="486751" cy="48675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3D868A-A906-4E29-9590-AD53A7E6AF9C}">
      <dsp:nvSpPr>
        <dsp:cNvPr id="0" name=""/>
        <dsp:cNvSpPr/>
      </dsp:nvSpPr>
      <dsp:spPr>
        <a:xfrm>
          <a:off x="1723799" y="3205248"/>
          <a:ext cx="1978178" cy="8392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0" i="0" kern="1200" baseline="0"/>
            <a:t>Improve household dietary diversity and reduce post‑harvest losses.</a:t>
          </a:r>
          <a:endParaRPr lang="en-US" sz="1100" kern="1200"/>
        </a:p>
      </dsp:txBody>
      <dsp:txXfrm>
        <a:off x="1723799" y="3205248"/>
        <a:ext cx="1978178" cy="83922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01B372-3E22-4FF9-9A86-FF482514FCFC}">
      <dsp:nvSpPr>
        <dsp:cNvPr id="0" name=""/>
        <dsp:cNvSpPr/>
      </dsp:nvSpPr>
      <dsp:spPr>
        <a:xfrm>
          <a:off x="6059705" y="91442"/>
          <a:ext cx="1472965" cy="147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0" kern="1200" baseline="0"/>
            <a:t>Beneficiaries:</a:t>
          </a:r>
          <a:r>
            <a:rPr lang="en-US" sz="1400" b="0" i="0" kern="1200" baseline="0"/>
            <a:t> 100 young women and adolescent mothers, organized into </a:t>
          </a:r>
          <a:r>
            <a:rPr lang="en-US" sz="1400" b="1" i="0" kern="1200" baseline="0"/>
            <a:t>4 cohorts</a:t>
          </a:r>
          <a:r>
            <a:rPr lang="en-US" sz="1400" b="0" i="0" kern="1200" baseline="0"/>
            <a:t> (~25 each).</a:t>
          </a:r>
          <a:endParaRPr lang="en-US" sz="1400" kern="1200"/>
        </a:p>
      </dsp:txBody>
      <dsp:txXfrm>
        <a:off x="6059705" y="91442"/>
        <a:ext cx="1472965" cy="1472965"/>
      </dsp:txXfrm>
    </dsp:sp>
    <dsp:sp modelId="{E4236521-F7C4-4685-95DE-AA2872C38977}">
      <dsp:nvSpPr>
        <dsp:cNvPr id="0" name=""/>
        <dsp:cNvSpPr/>
      </dsp:nvSpPr>
      <dsp:spPr>
        <a:xfrm>
          <a:off x="3465066" y="-1381"/>
          <a:ext cx="4160427" cy="4160427"/>
        </a:xfrm>
        <a:prstGeom prst="circularArrow">
          <a:avLst>
            <a:gd name="adj1" fmla="val 6904"/>
            <a:gd name="adj2" fmla="val 465491"/>
            <a:gd name="adj3" fmla="val 548830"/>
            <a:gd name="adj4" fmla="val 20585679"/>
            <a:gd name="adj5" fmla="val 8054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3CCA5-46B8-4AA0-AD39-6C58F62B49ED}">
      <dsp:nvSpPr>
        <dsp:cNvPr id="0" name=""/>
        <dsp:cNvSpPr/>
      </dsp:nvSpPr>
      <dsp:spPr>
        <a:xfrm>
          <a:off x="6059705" y="2593256"/>
          <a:ext cx="1472965" cy="147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Selection prioritizes vulnerability, proximity, interest and potential to be peer trainers.</a:t>
          </a:r>
          <a:endParaRPr lang="en-US" sz="1400" kern="1200"/>
        </a:p>
      </dsp:txBody>
      <dsp:txXfrm>
        <a:off x="6059705" y="2593256"/>
        <a:ext cx="1472965" cy="1472965"/>
      </dsp:txXfrm>
    </dsp:sp>
    <dsp:sp modelId="{3A960AB5-02F4-4455-A5C2-A43F9AD54E8B}">
      <dsp:nvSpPr>
        <dsp:cNvPr id="0" name=""/>
        <dsp:cNvSpPr/>
      </dsp:nvSpPr>
      <dsp:spPr>
        <a:xfrm>
          <a:off x="3465066" y="-1381"/>
          <a:ext cx="4160427" cy="4160427"/>
        </a:xfrm>
        <a:prstGeom prst="circularArrow">
          <a:avLst>
            <a:gd name="adj1" fmla="val 6904"/>
            <a:gd name="adj2" fmla="val 465491"/>
            <a:gd name="adj3" fmla="val 5948830"/>
            <a:gd name="adj4" fmla="val 4385679"/>
            <a:gd name="adj5" fmla="val 8054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36ED9-5967-4D31-A026-48B4C96C532D}">
      <dsp:nvSpPr>
        <dsp:cNvPr id="0" name=""/>
        <dsp:cNvSpPr/>
      </dsp:nvSpPr>
      <dsp:spPr>
        <a:xfrm>
          <a:off x="3557890" y="2593256"/>
          <a:ext cx="1472965" cy="147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Roles rotate (champions, compost casuals) so skills and income are widely shared.</a:t>
          </a:r>
          <a:endParaRPr lang="en-US" sz="1400" kern="1200"/>
        </a:p>
      </dsp:txBody>
      <dsp:txXfrm>
        <a:off x="3557890" y="2593256"/>
        <a:ext cx="1472965" cy="1472965"/>
      </dsp:txXfrm>
    </dsp:sp>
    <dsp:sp modelId="{F81FC7F9-B5CF-4B5E-8EAB-3A63D778C518}">
      <dsp:nvSpPr>
        <dsp:cNvPr id="0" name=""/>
        <dsp:cNvSpPr/>
      </dsp:nvSpPr>
      <dsp:spPr>
        <a:xfrm>
          <a:off x="3465066" y="-1381"/>
          <a:ext cx="4160427" cy="4160427"/>
        </a:xfrm>
        <a:prstGeom prst="circularArrow">
          <a:avLst>
            <a:gd name="adj1" fmla="val 6904"/>
            <a:gd name="adj2" fmla="val 465491"/>
            <a:gd name="adj3" fmla="val 11348830"/>
            <a:gd name="adj4" fmla="val 9785679"/>
            <a:gd name="adj5" fmla="val 8054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357891-15D7-4110-8DE2-1B2B15DA5637}">
      <dsp:nvSpPr>
        <dsp:cNvPr id="0" name=""/>
        <dsp:cNvSpPr/>
      </dsp:nvSpPr>
      <dsp:spPr>
        <a:xfrm>
          <a:off x="3557890" y="91442"/>
          <a:ext cx="1472965" cy="14729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/>
            <a:t>Cohorts are geographically clustered to enable shared labor, childcare and VSLA activities.</a:t>
          </a:r>
          <a:endParaRPr lang="en-US" sz="1400" kern="1200"/>
        </a:p>
      </dsp:txBody>
      <dsp:txXfrm>
        <a:off x="3557890" y="91442"/>
        <a:ext cx="1472965" cy="1472965"/>
      </dsp:txXfrm>
    </dsp:sp>
    <dsp:sp modelId="{5037742C-EE5D-43DF-AACD-D7D21823ECD3}">
      <dsp:nvSpPr>
        <dsp:cNvPr id="0" name=""/>
        <dsp:cNvSpPr/>
      </dsp:nvSpPr>
      <dsp:spPr>
        <a:xfrm>
          <a:off x="3465066" y="-1381"/>
          <a:ext cx="4160427" cy="4160427"/>
        </a:xfrm>
        <a:prstGeom prst="circularArrow">
          <a:avLst>
            <a:gd name="adj1" fmla="val 6904"/>
            <a:gd name="adj2" fmla="val 465491"/>
            <a:gd name="adj3" fmla="val 16748830"/>
            <a:gd name="adj4" fmla="val 15185679"/>
            <a:gd name="adj5" fmla="val 8054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72F2FF-BC51-47D8-8C00-221A515C01E1}">
      <dsp:nvSpPr>
        <dsp:cNvPr id="0" name=""/>
        <dsp:cNvSpPr/>
      </dsp:nvSpPr>
      <dsp:spPr>
        <a:xfrm>
          <a:off x="0" y="43491"/>
          <a:ext cx="8229600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Cohorts 1–2:</a:t>
          </a:r>
          <a:r>
            <a:rPr lang="en-US" sz="2600" b="0" i="0" kern="1200" baseline="0"/>
            <a:t> Avocado intercropped with short‑cycle vegetables (amaranth, green beans, tomatoes, leafy greens) for near‑term income.</a:t>
          </a:r>
          <a:endParaRPr lang="en-US" sz="2600" kern="1200"/>
        </a:p>
      </dsp:txBody>
      <dsp:txXfrm>
        <a:off x="69794" y="113285"/>
        <a:ext cx="8090012" cy="1290152"/>
      </dsp:txXfrm>
    </dsp:sp>
    <dsp:sp modelId="{2EA65461-BAD9-41B7-ADBE-9ACFB458E748}">
      <dsp:nvSpPr>
        <dsp:cNvPr id="0" name=""/>
        <dsp:cNvSpPr/>
      </dsp:nvSpPr>
      <dsp:spPr>
        <a:xfrm>
          <a:off x="0" y="1548111"/>
          <a:ext cx="8229600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Cohorts 3–4:</a:t>
          </a:r>
          <a:r>
            <a:rPr lang="en-US" sz="2600" b="0" i="0" kern="1200" baseline="0"/>
            <a:t> Macadamia intercropped with vegetables and short‑cycle legumes to support soil nitrogen and dietary diversity.</a:t>
          </a:r>
          <a:endParaRPr lang="en-US" sz="2600" kern="1200"/>
        </a:p>
      </dsp:txBody>
      <dsp:txXfrm>
        <a:off x="69794" y="1617905"/>
        <a:ext cx="8090012" cy="1290152"/>
      </dsp:txXfrm>
    </dsp:sp>
    <dsp:sp modelId="{A415C67A-7F10-4A25-A87D-8FCCC998B1AB}">
      <dsp:nvSpPr>
        <dsp:cNvPr id="0" name=""/>
        <dsp:cNvSpPr/>
      </dsp:nvSpPr>
      <dsp:spPr>
        <a:xfrm>
          <a:off x="0" y="3052731"/>
          <a:ext cx="8229600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i="0" kern="1200" baseline="0"/>
            <a:t>Model plots:</a:t>
          </a:r>
          <a:r>
            <a:rPr lang="en-US" sz="2600" b="0" i="0" kern="1200" baseline="0"/>
            <a:t> Sanza‑leased demonstration plots serve as training sites, trials and replication hubs.</a:t>
          </a:r>
          <a:endParaRPr lang="en-US" sz="2600" kern="1200"/>
        </a:p>
      </dsp:txBody>
      <dsp:txXfrm>
        <a:off x="69794" y="3122525"/>
        <a:ext cx="8090012" cy="12901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5F6240-32F8-401E-A451-0B172D50AFF3}">
      <dsp:nvSpPr>
        <dsp:cNvPr id="0" name=""/>
        <dsp:cNvSpPr/>
      </dsp:nvSpPr>
      <dsp:spPr>
        <a:xfrm>
          <a:off x="0" y="1805"/>
          <a:ext cx="10512862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2A7F3C-4AFA-4549-BBE7-A7FC79180DBF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AD5E91-7894-4833-B5F9-D2978DA2E7FD}">
      <dsp:nvSpPr>
        <dsp:cNvPr id="0" name=""/>
        <dsp:cNvSpPr/>
      </dsp:nvSpPr>
      <dsp:spPr>
        <a:xfrm>
          <a:off x="1057183" y="1805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Sanza</a:t>
          </a:r>
          <a:r>
            <a:rPr lang="en-US" sz="2200" b="0" i="0" kern="1200" baseline="0"/>
            <a:t>: leases model farms, supplies inputs, produces compost, aggregates produce and manages market access.</a:t>
          </a:r>
          <a:endParaRPr lang="en-US" sz="2200" kern="1200"/>
        </a:p>
      </dsp:txBody>
      <dsp:txXfrm>
        <a:off x="1057183" y="1805"/>
        <a:ext cx="9455678" cy="915310"/>
      </dsp:txXfrm>
    </dsp:sp>
    <dsp:sp modelId="{66458AFC-63DC-4EF5-92C0-41555FB78878}">
      <dsp:nvSpPr>
        <dsp:cNvPr id="0" name=""/>
        <dsp:cNvSpPr/>
      </dsp:nvSpPr>
      <dsp:spPr>
        <a:xfrm>
          <a:off x="0" y="1145944"/>
          <a:ext cx="10512862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E56A3-77ED-4743-A271-3FE2F470F9DD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074648-D61E-46D5-90C1-5A8AC480492E}">
      <dsp:nvSpPr>
        <dsp:cNvPr id="0" name=""/>
        <dsp:cNvSpPr/>
      </dsp:nvSpPr>
      <dsp:spPr>
        <a:xfrm>
          <a:off x="1057183" y="1145944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AAYWA</a:t>
          </a:r>
          <a:r>
            <a:rPr lang="en-US" sz="2200" b="0" i="0" kern="1200" baseline="0"/>
            <a:t>: mobilizes cohorts, forms VSLAs, delivers gender‑sensitive facilitation and supports governance.</a:t>
          </a:r>
          <a:endParaRPr lang="en-US" sz="2200" kern="1200"/>
        </a:p>
      </dsp:txBody>
      <dsp:txXfrm>
        <a:off x="1057183" y="1145944"/>
        <a:ext cx="9455678" cy="915310"/>
      </dsp:txXfrm>
    </dsp:sp>
    <dsp:sp modelId="{05C41F2C-C497-419A-9966-4DD866BFEE8A}">
      <dsp:nvSpPr>
        <dsp:cNvPr id="0" name=""/>
        <dsp:cNvSpPr/>
      </dsp:nvSpPr>
      <dsp:spPr>
        <a:xfrm>
          <a:off x="0" y="2290082"/>
          <a:ext cx="10512862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1FD5AF-B07D-4677-A187-A086E27E876B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C3A39E-A1CC-472A-BAE4-5272D0A6A571}">
      <dsp:nvSpPr>
        <dsp:cNvPr id="0" name=""/>
        <dsp:cNvSpPr/>
      </dsp:nvSpPr>
      <dsp:spPr>
        <a:xfrm>
          <a:off x="1057183" y="2290082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Financial mechanics:</a:t>
          </a:r>
          <a:r>
            <a:rPr lang="en-US" sz="2200" b="0" i="0" kern="1200" baseline="0"/>
            <a:t> inputs invoiced and repaid at sale; net proceeds split </a:t>
          </a:r>
          <a:r>
            <a:rPr lang="en-US" sz="2200" b="1" i="0" kern="1200" baseline="0"/>
            <a:t>50/50</a:t>
          </a:r>
          <a:r>
            <a:rPr lang="en-US" sz="2200" b="0" i="0" kern="1200" baseline="0"/>
            <a:t> between farmers and Sanza.</a:t>
          </a:r>
          <a:endParaRPr lang="en-US" sz="2200" kern="1200"/>
        </a:p>
      </dsp:txBody>
      <dsp:txXfrm>
        <a:off x="1057183" y="2290082"/>
        <a:ext cx="9455678" cy="915310"/>
      </dsp:txXfrm>
    </dsp:sp>
    <dsp:sp modelId="{884BD029-4CCC-472A-8BF1-6D43065566FC}">
      <dsp:nvSpPr>
        <dsp:cNvPr id="0" name=""/>
        <dsp:cNvSpPr/>
      </dsp:nvSpPr>
      <dsp:spPr>
        <a:xfrm>
          <a:off x="0" y="3434221"/>
          <a:ext cx="10512862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B140E8-5C9A-4BAC-9627-CFA1577F1279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A7FF5E-0B70-45DA-899E-85805991D155}">
      <dsp:nvSpPr>
        <dsp:cNvPr id="0" name=""/>
        <dsp:cNvSpPr/>
      </dsp:nvSpPr>
      <dsp:spPr>
        <a:xfrm>
          <a:off x="1057183" y="3434221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Compost enterprise sells surplus to third parties and reinvests revenue</a:t>
          </a:r>
          <a:endParaRPr lang="en-US" sz="2200" kern="1200"/>
        </a:p>
      </dsp:txBody>
      <dsp:txXfrm>
        <a:off x="1057183" y="3434221"/>
        <a:ext cx="9455678" cy="9153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3D1465-6A1C-4033-BD35-EFF8FA98EA75}">
      <dsp:nvSpPr>
        <dsp:cNvPr id="0" name=""/>
        <dsp:cNvSpPr/>
      </dsp:nvSpPr>
      <dsp:spPr>
        <a:xfrm>
          <a:off x="0" y="707092"/>
          <a:ext cx="10512862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1C8DE1-F623-4EA8-A4E8-3FB35FFA5E08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16DC4-12D8-4E9D-8F8E-F0D78152D858}">
      <dsp:nvSpPr>
        <dsp:cNvPr id="0" name=""/>
        <dsp:cNvSpPr/>
      </dsp:nvSpPr>
      <dsp:spPr>
        <a:xfrm>
          <a:off x="1507738" y="707092"/>
          <a:ext cx="9005123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Flowchart (textual):</a:t>
          </a:r>
          <a:r>
            <a:rPr lang="en-US" sz="2400" b="0" i="0" kern="1200" baseline="0"/>
            <a:t> Sanza leases farms → supplies organic fertilizer/seedlings/tools → cohorts produce → Sanza aggregates and sells → input invoices deducted at sale → net proceeds split 50/50.</a:t>
          </a:r>
          <a:endParaRPr lang="en-US" sz="2400" kern="1200"/>
        </a:p>
      </dsp:txBody>
      <dsp:txXfrm>
        <a:off x="1507738" y="707092"/>
        <a:ext cx="9005123" cy="1305401"/>
      </dsp:txXfrm>
    </dsp:sp>
    <dsp:sp modelId="{F3722C70-F2AC-4BDA-A321-E4F804B72375}">
      <dsp:nvSpPr>
        <dsp:cNvPr id="0" name=""/>
        <dsp:cNvSpPr/>
      </dsp:nvSpPr>
      <dsp:spPr>
        <a:xfrm>
          <a:off x="0" y="2338844"/>
          <a:ext cx="10512862" cy="130540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A3EEB-7706-4902-AE24-97353246B1CF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FA11EE-7B38-45D4-8EE6-8B57B0542537}">
      <dsp:nvSpPr>
        <dsp:cNvPr id="0" name=""/>
        <dsp:cNvSpPr/>
      </dsp:nvSpPr>
      <dsp:spPr>
        <a:xfrm>
          <a:off x="1507738" y="2338844"/>
          <a:ext cx="9005123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Example input cost table (one line per cell):</a:t>
          </a:r>
          <a:r>
            <a:rPr lang="en-US" sz="2400" b="0" i="0" kern="1200" baseline="0"/>
            <a:t> Organic fertilizer; Seedlings; Tools &amp; services; Invoiced and deducted at sale.</a:t>
          </a:r>
          <a:endParaRPr lang="en-US" sz="2400" kern="1200"/>
        </a:p>
      </dsp:txBody>
      <dsp:txXfrm>
        <a:off x="1507738" y="2338844"/>
        <a:ext cx="9005123" cy="13054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4F68C3-4AAD-4058-8B22-D6439D07DABE}">
      <dsp:nvSpPr>
        <dsp:cNvPr id="0" name=""/>
        <dsp:cNvSpPr/>
      </dsp:nvSpPr>
      <dsp:spPr>
        <a:xfrm>
          <a:off x="0" y="1805"/>
          <a:ext cx="10512862" cy="91531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4D35E7-0D94-4A9F-AEA7-2E5B4BCEC871}">
      <dsp:nvSpPr>
        <dsp:cNvPr id="0" name=""/>
        <dsp:cNvSpPr/>
      </dsp:nvSpPr>
      <dsp:spPr>
        <a:xfrm>
          <a:off x="276881" y="207750"/>
          <a:ext cx="503420" cy="5034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68FD4C-F4A5-4571-92DF-0E4769DE0ABD}">
      <dsp:nvSpPr>
        <dsp:cNvPr id="0" name=""/>
        <dsp:cNvSpPr/>
      </dsp:nvSpPr>
      <dsp:spPr>
        <a:xfrm>
          <a:off x="1057183" y="1805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Centralized compost production unit ensures consistent quality and scale.</a:t>
          </a:r>
          <a:endParaRPr lang="en-US" sz="2200" kern="1200"/>
        </a:p>
      </dsp:txBody>
      <dsp:txXfrm>
        <a:off x="1057183" y="1805"/>
        <a:ext cx="9455678" cy="915310"/>
      </dsp:txXfrm>
    </dsp:sp>
    <dsp:sp modelId="{25A05930-CAD9-493A-AE33-487ECB5A3A3E}">
      <dsp:nvSpPr>
        <dsp:cNvPr id="0" name=""/>
        <dsp:cNvSpPr/>
      </dsp:nvSpPr>
      <dsp:spPr>
        <a:xfrm>
          <a:off x="0" y="1145944"/>
          <a:ext cx="10512862" cy="91531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896051-2631-44D0-94FB-3BC0D14EF2DB}">
      <dsp:nvSpPr>
        <dsp:cNvPr id="0" name=""/>
        <dsp:cNvSpPr/>
      </dsp:nvSpPr>
      <dsp:spPr>
        <a:xfrm>
          <a:off x="276881" y="1351889"/>
          <a:ext cx="503420" cy="5034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F41DB0-D9A7-473A-9529-AFA64E96A064}">
      <dsp:nvSpPr>
        <dsp:cNvPr id="0" name=""/>
        <dsp:cNvSpPr/>
      </dsp:nvSpPr>
      <dsp:spPr>
        <a:xfrm>
          <a:off x="1057183" y="1145944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Quality control:</a:t>
          </a:r>
          <a:r>
            <a:rPr lang="en-US" sz="2200" b="0" i="0" kern="1200" baseline="0"/>
            <a:t> batch testing for maturity, moisture and particle size; QA pass rate target </a:t>
          </a:r>
          <a:r>
            <a:rPr lang="en-US" sz="2200" b="1" i="0" kern="1200" baseline="0"/>
            <a:t>&gt;90%</a:t>
          </a:r>
          <a:r>
            <a:rPr lang="en-US" sz="2200" b="0" i="0" kern="1200" baseline="0"/>
            <a:t>.</a:t>
          </a:r>
          <a:endParaRPr lang="en-US" sz="2200" kern="1200"/>
        </a:p>
      </dsp:txBody>
      <dsp:txXfrm>
        <a:off x="1057183" y="1145944"/>
        <a:ext cx="9455678" cy="915310"/>
      </dsp:txXfrm>
    </dsp:sp>
    <dsp:sp modelId="{62AD326F-EA3C-4A40-93DC-72FD1486FAB7}">
      <dsp:nvSpPr>
        <dsp:cNvPr id="0" name=""/>
        <dsp:cNvSpPr/>
      </dsp:nvSpPr>
      <dsp:spPr>
        <a:xfrm>
          <a:off x="0" y="2290082"/>
          <a:ext cx="10512862" cy="91531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FD3466-DF33-42C2-98A7-45F5A69A48CA}">
      <dsp:nvSpPr>
        <dsp:cNvPr id="0" name=""/>
        <dsp:cNvSpPr/>
      </dsp:nvSpPr>
      <dsp:spPr>
        <a:xfrm>
          <a:off x="276881" y="2496027"/>
          <a:ext cx="503420" cy="5034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2930F3-49BB-43F4-8DBB-6C18E50391BD}">
      <dsp:nvSpPr>
        <dsp:cNvPr id="0" name=""/>
        <dsp:cNvSpPr/>
      </dsp:nvSpPr>
      <dsp:spPr>
        <a:xfrm>
          <a:off x="1057183" y="2290082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Supply model: subsidized/credit supply to cohorts; commercial sales to third‑party farmers at market rates.</a:t>
          </a:r>
          <a:endParaRPr lang="en-US" sz="2200" kern="1200"/>
        </a:p>
      </dsp:txBody>
      <dsp:txXfrm>
        <a:off x="1057183" y="2290082"/>
        <a:ext cx="9455678" cy="915310"/>
      </dsp:txXfrm>
    </dsp:sp>
    <dsp:sp modelId="{B5875B20-C01D-4C7E-A5F8-C9356B9F204A}">
      <dsp:nvSpPr>
        <dsp:cNvPr id="0" name=""/>
        <dsp:cNvSpPr/>
      </dsp:nvSpPr>
      <dsp:spPr>
        <a:xfrm>
          <a:off x="0" y="3434221"/>
          <a:ext cx="10512862" cy="91531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706643-7D15-491C-8E91-87929E48AC78}">
      <dsp:nvSpPr>
        <dsp:cNvPr id="0" name=""/>
        <dsp:cNvSpPr/>
      </dsp:nvSpPr>
      <dsp:spPr>
        <a:xfrm>
          <a:off x="276881" y="3640166"/>
          <a:ext cx="503420" cy="5034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B9CC21-FF1D-4F22-89DC-8F507856054B}">
      <dsp:nvSpPr>
        <dsp:cNvPr id="0" name=""/>
        <dsp:cNvSpPr/>
      </dsp:nvSpPr>
      <dsp:spPr>
        <a:xfrm>
          <a:off x="1057183" y="3434221"/>
          <a:ext cx="9455678" cy="9153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870" tIns="96870" rIns="96870" bIns="9687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/>
            <a:t>Revenues reinvested into leasing, training and working capital.</a:t>
          </a:r>
          <a:endParaRPr lang="en-US" sz="2200" kern="1200"/>
        </a:p>
      </dsp:txBody>
      <dsp:txXfrm>
        <a:off x="1057183" y="3434221"/>
        <a:ext cx="9455678" cy="91531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E4CA0F-51F5-4A1F-A58B-B4A1FC506BCB}">
      <dsp:nvSpPr>
        <dsp:cNvPr id="0" name=""/>
        <dsp:cNvSpPr/>
      </dsp:nvSpPr>
      <dsp:spPr>
        <a:xfrm>
          <a:off x="0" y="3604196"/>
          <a:ext cx="9353671" cy="7885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Demonstration plots</a:t>
          </a:r>
          <a:r>
            <a:rPr lang="en-US" sz="1800" b="0" i="0" kern="1200" baseline="0"/>
            <a:t> used for field days and hands‑on learning.</a:t>
          </a:r>
          <a:endParaRPr lang="en-US" sz="1800" kern="1200"/>
        </a:p>
      </dsp:txBody>
      <dsp:txXfrm>
        <a:off x="0" y="3604196"/>
        <a:ext cx="9353671" cy="788510"/>
      </dsp:txXfrm>
    </dsp:sp>
    <dsp:sp modelId="{AB2A294B-7C9C-420D-B366-AD034D848A9C}">
      <dsp:nvSpPr>
        <dsp:cNvPr id="0" name=""/>
        <dsp:cNvSpPr/>
      </dsp:nvSpPr>
      <dsp:spPr>
        <a:xfrm rot="10800000">
          <a:off x="0" y="2403295"/>
          <a:ext cx="9353671" cy="1212728"/>
        </a:xfrm>
        <a:prstGeom prst="upArrowCallou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Practical modules:</a:t>
          </a:r>
          <a:r>
            <a:rPr lang="en-US" sz="1800" b="0" i="0" kern="1200" baseline="0"/>
            <a:t> compost selection and application rates, timing, crop rotations, nursery care.</a:t>
          </a:r>
          <a:endParaRPr lang="en-US" sz="1800" kern="1200"/>
        </a:p>
      </dsp:txBody>
      <dsp:txXfrm rot="10800000">
        <a:off x="0" y="2403295"/>
        <a:ext cx="9353671" cy="787994"/>
      </dsp:txXfrm>
    </dsp:sp>
    <dsp:sp modelId="{D7A8C9E9-9909-4200-A1F3-95BE0C203BFD}">
      <dsp:nvSpPr>
        <dsp:cNvPr id="0" name=""/>
        <dsp:cNvSpPr/>
      </dsp:nvSpPr>
      <dsp:spPr>
        <a:xfrm rot="10800000">
          <a:off x="0" y="1202394"/>
          <a:ext cx="9353671" cy="1212728"/>
        </a:xfrm>
        <a:prstGeom prst="upArrowCallou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Cascade training:</a:t>
          </a:r>
          <a:r>
            <a:rPr lang="en-US" sz="1800" b="0" i="0" kern="1200" baseline="0"/>
            <a:t> farmer champions deliver peer sessions on model plots.</a:t>
          </a:r>
          <a:endParaRPr lang="en-US" sz="1800" kern="1200"/>
        </a:p>
      </dsp:txBody>
      <dsp:txXfrm rot="10800000">
        <a:off x="0" y="1202394"/>
        <a:ext cx="9353671" cy="787994"/>
      </dsp:txXfrm>
    </dsp:sp>
    <dsp:sp modelId="{5A6BFBEA-B2DE-4655-935D-5389230F5D18}">
      <dsp:nvSpPr>
        <dsp:cNvPr id="0" name=""/>
        <dsp:cNvSpPr/>
      </dsp:nvSpPr>
      <dsp:spPr>
        <a:xfrm rot="10800000">
          <a:off x="0" y="1493"/>
          <a:ext cx="9353671" cy="1212728"/>
        </a:xfrm>
        <a:prstGeom prst="upArrowCallou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ToT:</a:t>
          </a:r>
          <a:r>
            <a:rPr lang="en-US" sz="1800" b="0" i="0" kern="1200" baseline="0"/>
            <a:t> Master trainers cover compost production, nursery management, intercropping, IPM, soil health and post‑harvest handling.</a:t>
          </a:r>
          <a:endParaRPr lang="en-US" sz="1800" kern="1200"/>
        </a:p>
      </dsp:txBody>
      <dsp:txXfrm rot="10800000">
        <a:off x="0" y="1493"/>
        <a:ext cx="9353671" cy="78799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20C9134-7004-4767-A04B-19BF491931E8}">
      <dsp:nvSpPr>
        <dsp:cNvPr id="0" name=""/>
        <dsp:cNvSpPr/>
      </dsp:nvSpPr>
      <dsp:spPr>
        <a:xfrm>
          <a:off x="1128103" y="266"/>
          <a:ext cx="3379744" cy="202784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Structure:</a:t>
          </a:r>
          <a:r>
            <a:rPr lang="en-US" sz="2500" b="0" i="0" kern="1200" baseline="0"/>
            <a:t> 4 VSLAs (one per cohort), ~25 members each.</a:t>
          </a:r>
          <a:endParaRPr lang="en-US" sz="2500" kern="1200"/>
        </a:p>
      </dsp:txBody>
      <dsp:txXfrm>
        <a:off x="1128103" y="266"/>
        <a:ext cx="3379744" cy="2027846"/>
      </dsp:txXfrm>
    </dsp:sp>
    <dsp:sp modelId="{7A5180B2-7730-49F5-9C56-236AA5C952AA}">
      <dsp:nvSpPr>
        <dsp:cNvPr id="0" name=""/>
        <dsp:cNvSpPr/>
      </dsp:nvSpPr>
      <dsp:spPr>
        <a:xfrm>
          <a:off x="4845822" y="266"/>
          <a:ext cx="3379744" cy="202784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Seed capital:</a:t>
          </a:r>
          <a:r>
            <a:rPr lang="en-US" sz="2500" b="0" i="0" kern="1200" baseline="0"/>
            <a:t> </a:t>
          </a:r>
          <a:r>
            <a:rPr lang="en-US" sz="2500" b="1" i="0" kern="1200" baseline="0"/>
            <a:t>€10 per member</a:t>
          </a:r>
          <a:r>
            <a:rPr lang="en-US" sz="2500" b="0" i="0" kern="1200" baseline="0"/>
            <a:t>; </a:t>
          </a:r>
          <a:r>
            <a:rPr lang="en-US" sz="2500" b="1" i="0" kern="1200" baseline="0"/>
            <a:t>€250 per VSLA</a:t>
          </a:r>
          <a:r>
            <a:rPr lang="en-US" sz="2500" b="0" i="0" kern="1200" baseline="0"/>
            <a:t>; </a:t>
          </a:r>
          <a:r>
            <a:rPr lang="en-US" sz="2500" b="1" i="0" kern="1200" baseline="0"/>
            <a:t>€1,000 total</a:t>
          </a:r>
          <a:r>
            <a:rPr lang="en-US" sz="2500" b="0" i="0" kern="1200" baseline="0"/>
            <a:t> (recorded as opening savings).</a:t>
          </a:r>
          <a:endParaRPr lang="en-US" sz="2500" kern="1200"/>
        </a:p>
      </dsp:txBody>
      <dsp:txXfrm>
        <a:off x="4845822" y="266"/>
        <a:ext cx="3379744" cy="2027846"/>
      </dsp:txXfrm>
    </dsp:sp>
    <dsp:sp modelId="{642F9291-7B59-4380-9BD7-6F522B0EA33E}">
      <dsp:nvSpPr>
        <dsp:cNvPr id="0" name=""/>
        <dsp:cNvSpPr/>
      </dsp:nvSpPr>
      <dsp:spPr>
        <a:xfrm>
          <a:off x="1128103" y="2366087"/>
          <a:ext cx="3379744" cy="202784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Governance:</a:t>
          </a:r>
          <a:r>
            <a:rPr lang="en-US" sz="2500" b="0" i="0" kern="1200" baseline="0"/>
            <a:t> elected Chair, Treasurer, Secretary, Loan Officer, 2 Auditors; roles rotate annually.</a:t>
          </a:r>
          <a:endParaRPr lang="en-US" sz="2500" kern="1200"/>
        </a:p>
      </dsp:txBody>
      <dsp:txXfrm>
        <a:off x="1128103" y="2366087"/>
        <a:ext cx="3379744" cy="2027846"/>
      </dsp:txXfrm>
    </dsp:sp>
    <dsp:sp modelId="{29622029-1249-4B9C-9B81-E1E9F6992286}">
      <dsp:nvSpPr>
        <dsp:cNvPr id="0" name=""/>
        <dsp:cNvSpPr/>
      </dsp:nvSpPr>
      <dsp:spPr>
        <a:xfrm>
          <a:off x="4845822" y="2366087"/>
          <a:ext cx="3379744" cy="202784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Linkages:</a:t>
          </a:r>
          <a:r>
            <a:rPr lang="en-US" sz="2500" b="0" i="0" kern="1200" baseline="0"/>
            <a:t> VSLA accounts facilitate repayments, hold maintenance funds and provide small guarantees.</a:t>
          </a:r>
          <a:endParaRPr lang="en-US" sz="2500" kern="1200"/>
        </a:p>
      </dsp:txBody>
      <dsp:txXfrm>
        <a:off x="4845822" y="2366087"/>
        <a:ext cx="3379744" cy="202784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179D0B-96AA-4431-B837-5A7862C7BE2C}">
      <dsp:nvSpPr>
        <dsp:cNvPr id="0" name=""/>
        <dsp:cNvSpPr/>
      </dsp:nvSpPr>
      <dsp:spPr>
        <a:xfrm>
          <a:off x="0" y="78669"/>
          <a:ext cx="10512862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Rationale:</a:t>
          </a:r>
          <a:r>
            <a:rPr lang="en-US" sz="2500" b="0" i="0" kern="1200" baseline="0"/>
            <a:t> compost production is labor intensive; stipends offset opportunity cost and incentivize quality.</a:t>
          </a:r>
          <a:endParaRPr lang="en-US" sz="2500" kern="1200"/>
        </a:p>
      </dsp:txBody>
      <dsp:txXfrm>
        <a:off x="48547" y="127216"/>
        <a:ext cx="10415768" cy="897406"/>
      </dsp:txXfrm>
    </dsp:sp>
    <dsp:sp modelId="{39583CAE-6C9C-4627-A227-5C94109923AC}">
      <dsp:nvSpPr>
        <dsp:cNvPr id="0" name=""/>
        <dsp:cNvSpPr/>
      </dsp:nvSpPr>
      <dsp:spPr>
        <a:xfrm>
          <a:off x="0" y="1145169"/>
          <a:ext cx="10512862" cy="9945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Design:</a:t>
          </a:r>
          <a:r>
            <a:rPr lang="en-US" sz="2500" b="0" i="0" kern="1200" baseline="0"/>
            <a:t> </a:t>
          </a:r>
          <a:r>
            <a:rPr lang="en-US" sz="2500" b="1" i="0" kern="1200" baseline="0"/>
            <a:t>€2.50 per workday</a:t>
          </a:r>
          <a:r>
            <a:rPr lang="en-US" sz="2500" b="0" i="0" kern="1200" baseline="0"/>
            <a:t>; typical 2–3 days/week during production phases; monthly aggregation of payments.</a:t>
          </a:r>
          <a:endParaRPr lang="en-US" sz="2500" kern="1200"/>
        </a:p>
      </dsp:txBody>
      <dsp:txXfrm>
        <a:off x="48547" y="1193716"/>
        <a:ext cx="10415768" cy="897406"/>
      </dsp:txXfrm>
    </dsp:sp>
    <dsp:sp modelId="{38CAEE95-C619-4E62-BD44-E3A14D2E7A28}">
      <dsp:nvSpPr>
        <dsp:cNvPr id="0" name=""/>
        <dsp:cNvSpPr/>
      </dsp:nvSpPr>
      <dsp:spPr>
        <a:xfrm>
          <a:off x="0" y="2211669"/>
          <a:ext cx="10512862" cy="9945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Selection:</a:t>
          </a:r>
          <a:r>
            <a:rPr lang="en-US" sz="2500" b="0" i="0" kern="1200" baseline="0"/>
            <a:t> each cohort nominates 3–5 casuals on a rotational basis; priority for vulnerable and teen mothers.</a:t>
          </a:r>
          <a:endParaRPr lang="en-US" sz="2500" kern="1200"/>
        </a:p>
      </dsp:txBody>
      <dsp:txXfrm>
        <a:off x="48547" y="2260216"/>
        <a:ext cx="10415768" cy="897406"/>
      </dsp:txXfrm>
    </dsp:sp>
    <dsp:sp modelId="{524DADC1-5927-4061-A4D0-58B3D0815A15}">
      <dsp:nvSpPr>
        <dsp:cNvPr id="0" name=""/>
        <dsp:cNvSpPr/>
      </dsp:nvSpPr>
      <dsp:spPr>
        <a:xfrm>
          <a:off x="0" y="3278169"/>
          <a:ext cx="10512862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0" kern="1200" baseline="0"/>
            <a:t>Pathways:</a:t>
          </a:r>
          <a:r>
            <a:rPr lang="en-US" sz="2500" b="0" i="0" kern="1200" baseline="0"/>
            <a:t> skills training, rotation to supervisory roles, encouragement to save in VSLAs; quality bonuses for meeting standards.</a:t>
          </a:r>
          <a:endParaRPr lang="en-US" sz="2500" kern="1200"/>
        </a:p>
      </dsp:txBody>
      <dsp:txXfrm>
        <a:off x="48547" y="3326716"/>
        <a:ext cx="10415768" cy="897406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0C0CE1-F415-4F41-8EF1-C26E7536DB69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08FFAC-FCCF-47F9-9916-FEB971A0C1CB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4E583F-9FA2-4B55-A03C-E69DA31DCE46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Shared storage:</a:t>
          </a:r>
          <a:r>
            <a:rPr lang="en-US" sz="2100" b="0" i="0" kern="1200" baseline="0"/>
            <a:t> community‑managed cold or insulated storage with user‑fee model; maintenance funds held by VSLAs.</a:t>
          </a:r>
          <a:endParaRPr lang="en-US" sz="2100" kern="1200"/>
        </a:p>
      </dsp:txBody>
      <dsp:txXfrm>
        <a:off x="1099610" y="1878"/>
        <a:ext cx="7129989" cy="952043"/>
      </dsp:txXfrm>
    </dsp:sp>
    <dsp:sp modelId="{3759E54C-50A4-4EA4-9784-F2F02B8F3FE1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848A57-06F9-4C73-A101-0FD8F802ADBF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ADF868-AA09-4647-A5E4-E8F65E343DA2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Aggregation centers:</a:t>
          </a:r>
          <a:r>
            <a:rPr lang="en-US" sz="2100" b="0" i="0" kern="1200" baseline="0"/>
            <a:t> sorting, basic packaging and quality checks to meet buyer specs.</a:t>
          </a:r>
          <a:endParaRPr lang="en-US" sz="2100" kern="1200"/>
        </a:p>
      </dsp:txBody>
      <dsp:txXfrm>
        <a:off x="1099610" y="1191932"/>
        <a:ext cx="7129989" cy="952043"/>
      </dsp:txXfrm>
    </dsp:sp>
    <dsp:sp modelId="{E6ED409E-3351-45CA-9A25-5194D67FC383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F97CDC-24BC-41FB-8979-5084C885DD8F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5AD8A-2E4A-46C1-B7DA-7BD34FFD0013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Revenue flow:</a:t>
          </a:r>
          <a:r>
            <a:rPr lang="en-US" sz="2100" b="0" i="0" kern="1200" baseline="0"/>
            <a:t> sales cover input repayment first; net proceeds split 50/50.</a:t>
          </a:r>
          <a:endParaRPr lang="en-US" sz="2100" kern="1200"/>
        </a:p>
      </dsp:txBody>
      <dsp:txXfrm>
        <a:off x="1099610" y="2381986"/>
        <a:ext cx="7129989" cy="952043"/>
      </dsp:txXfrm>
    </dsp:sp>
    <dsp:sp modelId="{1BF8C957-27D4-4F08-9D50-91C5C25A99DF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551CC7-4902-418A-9F81-9699807E3728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401D1-AD2D-4269-80ED-5F9004F3C47B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Branding:</a:t>
          </a:r>
          <a:r>
            <a:rPr lang="en-US" sz="2100" b="0" i="0" kern="1200" baseline="0"/>
            <a:t> AAYWA supports women‑led, organic‑fertilizer branding and traceability.</a:t>
          </a:r>
          <a:endParaRPr lang="en-US" sz="2100" kern="1200"/>
        </a:p>
      </dsp:txBody>
      <dsp:txXfrm>
        <a:off x="1099610" y="3572041"/>
        <a:ext cx="7129989" cy="95204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52350-3EA9-4CBA-B168-3CEED2B83FD7}">
      <dsp:nvSpPr>
        <dsp:cNvPr id="0" name=""/>
        <dsp:cNvSpPr/>
      </dsp:nvSpPr>
      <dsp:spPr>
        <a:xfrm>
          <a:off x="25368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85D68D-55AC-4A45-98E1-569AF75A3338}">
      <dsp:nvSpPr>
        <dsp:cNvPr id="0" name=""/>
        <dsp:cNvSpPr/>
      </dsp:nvSpPr>
      <dsp:spPr>
        <a:xfrm>
          <a:off x="252752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7B816C-507E-4457-9CD3-7D30C6D1098C}">
      <dsp:nvSpPr>
        <dsp:cNvPr id="0" name=""/>
        <dsp:cNvSpPr/>
      </dsp:nvSpPr>
      <dsp:spPr>
        <a:xfrm>
          <a:off x="1340173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Phase 1 Setup (Months 1–6):</a:t>
          </a:r>
          <a:r>
            <a:rPr lang="en-US" sz="1300" b="0" i="0" kern="1200" baseline="0"/>
            <a:t> partnerships, baseline, PMU, lease farms, form VSLAs, recruit trainers and casuals, install basic infrastructure.</a:t>
          </a:r>
          <a:endParaRPr lang="en-US" sz="1300" kern="1200"/>
        </a:p>
      </dsp:txBody>
      <dsp:txXfrm>
        <a:off x="1340173" y="795493"/>
        <a:ext cx="2552269" cy="1082781"/>
      </dsp:txXfrm>
    </dsp:sp>
    <dsp:sp modelId="{1E5044CD-646A-4EEA-9A37-281F7CE2E59B}">
      <dsp:nvSpPr>
        <dsp:cNvPr id="0" name=""/>
        <dsp:cNvSpPr/>
      </dsp:nvSpPr>
      <dsp:spPr>
        <a:xfrm>
          <a:off x="4337156" y="795493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BEB9CB-FECF-4464-8B71-F0FFB72E2855}">
      <dsp:nvSpPr>
        <dsp:cNvPr id="0" name=""/>
        <dsp:cNvSpPr/>
      </dsp:nvSpPr>
      <dsp:spPr>
        <a:xfrm>
          <a:off x="4564540" y="1022877"/>
          <a:ext cx="628012" cy="62801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87D6F-6D40-46F8-963E-EBA7B826EDD9}">
      <dsp:nvSpPr>
        <dsp:cNvPr id="0" name=""/>
        <dsp:cNvSpPr/>
      </dsp:nvSpPr>
      <dsp:spPr>
        <a:xfrm>
          <a:off x="5651962" y="795493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Phase 2 Implementation (Months 7–24):</a:t>
          </a:r>
          <a:r>
            <a:rPr lang="en-US" sz="1300" b="0" i="0" kern="1200" baseline="0"/>
            <a:t> ToT and cascade training, compost production scale‑up, harvest cycles, storage commissioning, invoicing and sales.</a:t>
          </a:r>
          <a:endParaRPr lang="en-US" sz="1300" kern="1200"/>
        </a:p>
      </dsp:txBody>
      <dsp:txXfrm>
        <a:off x="5651962" y="795493"/>
        <a:ext cx="2552269" cy="1082781"/>
      </dsp:txXfrm>
    </dsp:sp>
    <dsp:sp modelId="{E5EA9659-1EB3-45B1-94B6-6DBD8F86A03E}">
      <dsp:nvSpPr>
        <dsp:cNvPr id="0" name=""/>
        <dsp:cNvSpPr/>
      </dsp:nvSpPr>
      <dsp:spPr>
        <a:xfrm>
          <a:off x="25368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C9DDC4-29C8-4A63-A296-BD0212BC6662}">
      <dsp:nvSpPr>
        <dsp:cNvPr id="0" name=""/>
        <dsp:cNvSpPr/>
      </dsp:nvSpPr>
      <dsp:spPr>
        <a:xfrm>
          <a:off x="252752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433EB5-002B-42CE-853D-1D4848176373}">
      <dsp:nvSpPr>
        <dsp:cNvPr id="0" name=""/>
        <dsp:cNvSpPr/>
      </dsp:nvSpPr>
      <dsp:spPr>
        <a:xfrm>
          <a:off x="1340173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Phase 3 Consolidation (Months 25–36):</a:t>
          </a:r>
          <a:r>
            <a:rPr lang="en-US" sz="1300" b="0" i="0" kern="1200" baseline="0"/>
            <a:t> strengthen contracts, scale additional cohorts, document lessons, final evaluation and dissemination.</a:t>
          </a:r>
          <a:endParaRPr lang="en-US" sz="1300" kern="1200"/>
        </a:p>
      </dsp:txBody>
      <dsp:txXfrm>
        <a:off x="1340173" y="2647688"/>
        <a:ext cx="2552269" cy="1082781"/>
      </dsp:txXfrm>
    </dsp:sp>
    <dsp:sp modelId="{979C65B6-A788-4169-83B0-6827A2AC1724}">
      <dsp:nvSpPr>
        <dsp:cNvPr id="0" name=""/>
        <dsp:cNvSpPr/>
      </dsp:nvSpPr>
      <dsp:spPr>
        <a:xfrm>
          <a:off x="4337156" y="2647688"/>
          <a:ext cx="1082781" cy="1082781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3114FA-EAF2-4C4C-A609-45BFE3629C57}">
      <dsp:nvSpPr>
        <dsp:cNvPr id="0" name=""/>
        <dsp:cNvSpPr/>
      </dsp:nvSpPr>
      <dsp:spPr>
        <a:xfrm>
          <a:off x="4564540" y="2875072"/>
          <a:ext cx="628012" cy="62801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0367A-8C5D-4236-8F3A-A09CFE0425EF}">
      <dsp:nvSpPr>
        <dsp:cNvPr id="0" name=""/>
        <dsp:cNvSpPr/>
      </dsp:nvSpPr>
      <dsp:spPr>
        <a:xfrm>
          <a:off x="5651962" y="2647688"/>
          <a:ext cx="2552269" cy="1082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i="0" kern="1200" baseline="0"/>
            <a:t>Key milestones:</a:t>
          </a:r>
          <a:r>
            <a:rPr lang="en-US" sz="1300" b="0" i="0" kern="1200" baseline="0"/>
            <a:t> baseline, first harvest, midline (M18), commercial compost sales start, endline.</a:t>
          </a:r>
          <a:endParaRPr lang="en-US" sz="1300" kern="1200"/>
        </a:p>
      </dsp:txBody>
      <dsp:txXfrm>
        <a:off x="5651962" y="2647688"/>
        <a:ext cx="2552269" cy="108278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2BBCE3-E34A-4777-A591-3DC36FBEED06}">
      <dsp:nvSpPr>
        <dsp:cNvPr id="0" name=""/>
        <dsp:cNvSpPr/>
      </dsp:nvSpPr>
      <dsp:spPr>
        <a:xfrm>
          <a:off x="0" y="1808"/>
          <a:ext cx="10512862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F079F0-08B5-4A6B-B833-2FCE642C4BE7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92D126-E121-40EE-A7C6-F0E67900765A}">
      <dsp:nvSpPr>
        <dsp:cNvPr id="0" name=""/>
        <dsp:cNvSpPr/>
      </dsp:nvSpPr>
      <dsp:spPr>
        <a:xfrm>
          <a:off x="1058686" y="1808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Financial:</a:t>
          </a:r>
          <a:r>
            <a:rPr lang="en-US" sz="2200" b="0" i="0" kern="1200" baseline="0"/>
            <a:t> input repayment at sale, 50/50 profit share and commercial compost sales to cover operating costs.</a:t>
          </a:r>
          <a:endParaRPr lang="en-US" sz="2200" kern="1200"/>
        </a:p>
      </dsp:txBody>
      <dsp:txXfrm>
        <a:off x="1058686" y="1808"/>
        <a:ext cx="9454175" cy="916611"/>
      </dsp:txXfrm>
    </dsp:sp>
    <dsp:sp modelId="{7BADE245-8708-4116-B1EB-501AA6C21302}">
      <dsp:nvSpPr>
        <dsp:cNvPr id="0" name=""/>
        <dsp:cNvSpPr/>
      </dsp:nvSpPr>
      <dsp:spPr>
        <a:xfrm>
          <a:off x="0" y="1147573"/>
          <a:ext cx="10512862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25794B-5799-47E1-8606-80E2B921555A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BD85C-FB47-4F00-8BC0-916B55E3A990}">
      <dsp:nvSpPr>
        <dsp:cNvPr id="0" name=""/>
        <dsp:cNvSpPr/>
      </dsp:nvSpPr>
      <dsp:spPr>
        <a:xfrm>
          <a:off x="1058686" y="1147573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Institutional:</a:t>
          </a:r>
          <a:r>
            <a:rPr lang="en-US" sz="2200" b="0" i="0" kern="1200" baseline="0"/>
            <a:t> functional VSLAs, farmer champions and formalized local partnerships for land and market access.</a:t>
          </a:r>
          <a:endParaRPr lang="en-US" sz="2200" kern="1200"/>
        </a:p>
      </dsp:txBody>
      <dsp:txXfrm>
        <a:off x="1058686" y="1147573"/>
        <a:ext cx="9454175" cy="916611"/>
      </dsp:txXfrm>
    </dsp:sp>
    <dsp:sp modelId="{7FD7A399-0CDA-42F9-8138-9B433DE7B8EA}">
      <dsp:nvSpPr>
        <dsp:cNvPr id="0" name=""/>
        <dsp:cNvSpPr/>
      </dsp:nvSpPr>
      <dsp:spPr>
        <a:xfrm>
          <a:off x="0" y="2293338"/>
          <a:ext cx="10512862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0230D-E7AD-42BD-8BFE-D78116C1F56F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27ACBE-D889-4051-9E0E-73C1E335CBC5}">
      <dsp:nvSpPr>
        <dsp:cNvPr id="0" name=""/>
        <dsp:cNvSpPr/>
      </dsp:nvSpPr>
      <dsp:spPr>
        <a:xfrm>
          <a:off x="1058686" y="2293338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Agronomic:</a:t>
          </a:r>
          <a:r>
            <a:rPr lang="en-US" sz="2200" b="0" i="0" kern="1200" baseline="0"/>
            <a:t> embed compost production skills, crop rotations and legume intercropping to reduce external input dependence.</a:t>
          </a:r>
          <a:endParaRPr lang="en-US" sz="2200" kern="1200"/>
        </a:p>
      </dsp:txBody>
      <dsp:txXfrm>
        <a:off x="1058686" y="2293338"/>
        <a:ext cx="9454175" cy="916611"/>
      </dsp:txXfrm>
    </dsp:sp>
    <dsp:sp modelId="{90BC88F4-E807-4A6E-899D-F4779AAA8FBE}">
      <dsp:nvSpPr>
        <dsp:cNvPr id="0" name=""/>
        <dsp:cNvSpPr/>
      </dsp:nvSpPr>
      <dsp:spPr>
        <a:xfrm>
          <a:off x="0" y="3439103"/>
          <a:ext cx="10512862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B87D8D-4E46-4CFB-991E-D91FF05C4BB5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AEEAA-5F42-4FA5-B09F-745DE6141CAF}">
      <dsp:nvSpPr>
        <dsp:cNvPr id="0" name=""/>
        <dsp:cNvSpPr/>
      </dsp:nvSpPr>
      <dsp:spPr>
        <a:xfrm>
          <a:off x="1058686" y="3439103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Exit thresholds:</a:t>
          </a:r>
          <a:r>
            <a:rPr lang="en-US" sz="2200" b="0" i="0" kern="1200" baseline="0"/>
            <a:t> repayment rate &gt; X% (recommend &gt;90%), VSLA loan portfolio healthy, compost unit cost recovery approaching break‑even.</a:t>
          </a:r>
          <a:endParaRPr lang="en-US" sz="2200" kern="1200"/>
        </a:p>
      </dsp:txBody>
      <dsp:txXfrm>
        <a:off x="1058686" y="3439103"/>
        <a:ext cx="9454175" cy="91661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1D57D0-047D-4B7D-931D-D4E03C6E235C}">
      <dsp:nvSpPr>
        <dsp:cNvPr id="0" name=""/>
        <dsp:cNvSpPr/>
      </dsp:nvSpPr>
      <dsp:spPr>
        <a:xfrm>
          <a:off x="709" y="1041334"/>
          <a:ext cx="2765807" cy="165948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Case studies:</a:t>
          </a:r>
          <a:r>
            <a:rPr lang="en-US" sz="1800" b="0" i="0" kern="1200" baseline="0"/>
            <a:t> social business model, compost production, repayment‑before‑share outcomes.</a:t>
          </a:r>
          <a:endParaRPr lang="en-US" sz="1800" kern="1200"/>
        </a:p>
      </dsp:txBody>
      <dsp:txXfrm>
        <a:off x="709" y="1041334"/>
        <a:ext cx="2765807" cy="1659484"/>
      </dsp:txXfrm>
    </dsp:sp>
    <dsp:sp modelId="{FDCC4F4E-1389-422C-A222-9767CBB070E5}">
      <dsp:nvSpPr>
        <dsp:cNvPr id="0" name=""/>
        <dsp:cNvSpPr/>
      </dsp:nvSpPr>
      <dsp:spPr>
        <a:xfrm>
          <a:off x="3043097" y="1041334"/>
          <a:ext cx="2765807" cy="16594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Replication guide:</a:t>
          </a:r>
          <a:r>
            <a:rPr lang="en-US" sz="1800" b="0" i="0" kern="1200" baseline="0"/>
            <a:t> operational templates (VSLA constitution, invoicing, QA checklists, training curricula).</a:t>
          </a:r>
          <a:endParaRPr lang="en-US" sz="1800" kern="1200"/>
        </a:p>
      </dsp:txBody>
      <dsp:txXfrm>
        <a:off x="3043097" y="1041334"/>
        <a:ext cx="2765807" cy="1659484"/>
      </dsp:txXfrm>
    </dsp:sp>
    <dsp:sp modelId="{C60B0E56-827E-4990-9F31-78A4E344BDBB}">
      <dsp:nvSpPr>
        <dsp:cNvPr id="0" name=""/>
        <dsp:cNvSpPr/>
      </dsp:nvSpPr>
      <dsp:spPr>
        <a:xfrm>
          <a:off x="709" y="2977399"/>
          <a:ext cx="2765807" cy="165948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Workshops and dissemination:</a:t>
          </a:r>
          <a:r>
            <a:rPr lang="en-US" sz="1800" b="0" i="0" kern="1200" baseline="0"/>
            <a:t> quarterly reflection workshops, midline and final learning events, stakeholder briefings.</a:t>
          </a:r>
          <a:endParaRPr lang="en-US" sz="1800" kern="1200"/>
        </a:p>
      </dsp:txBody>
      <dsp:txXfrm>
        <a:off x="709" y="2977399"/>
        <a:ext cx="2765807" cy="1659484"/>
      </dsp:txXfrm>
    </dsp:sp>
    <dsp:sp modelId="{6E5CF3C8-8609-40A2-A559-EB98331AF876}">
      <dsp:nvSpPr>
        <dsp:cNvPr id="0" name=""/>
        <dsp:cNvSpPr/>
      </dsp:nvSpPr>
      <dsp:spPr>
        <a:xfrm>
          <a:off x="3043097" y="2977399"/>
          <a:ext cx="2765807" cy="165948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Partnerships:</a:t>
          </a:r>
          <a:r>
            <a:rPr lang="en-US" sz="1800" b="0" i="0" kern="1200" baseline="0"/>
            <a:t> engage local authorities, cooperatives and buyers for scale‑up.</a:t>
          </a:r>
          <a:endParaRPr lang="en-US" sz="1800" kern="1200"/>
        </a:p>
      </dsp:txBody>
      <dsp:txXfrm>
        <a:off x="3043097" y="2977399"/>
        <a:ext cx="2765807" cy="165948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6AA425-87E8-47BB-9F46-0820B962A2C3}">
      <dsp:nvSpPr>
        <dsp:cNvPr id="0" name=""/>
        <dsp:cNvSpPr/>
      </dsp:nvSpPr>
      <dsp:spPr>
        <a:xfrm>
          <a:off x="0" y="1808"/>
          <a:ext cx="10512862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3A3715-3E43-4BD2-BE27-4D19B1A55AD6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E26043-FE5B-4EED-B026-8123DC3F5002}">
      <dsp:nvSpPr>
        <dsp:cNvPr id="0" name=""/>
        <dsp:cNvSpPr/>
      </dsp:nvSpPr>
      <dsp:spPr>
        <a:xfrm>
          <a:off x="1058686" y="1808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Steering committee:</a:t>
          </a:r>
          <a:r>
            <a:rPr lang="en-US" sz="2200" b="0" i="0" kern="1200" baseline="0"/>
            <a:t> Sanza, AAYWA, technical partners, local authorities (placeholders).</a:t>
          </a:r>
          <a:endParaRPr lang="en-US" sz="2200" kern="1200"/>
        </a:p>
      </dsp:txBody>
      <dsp:txXfrm>
        <a:off x="1058686" y="1808"/>
        <a:ext cx="9454175" cy="916611"/>
      </dsp:txXfrm>
    </dsp:sp>
    <dsp:sp modelId="{320E8BC5-4744-4158-BC0E-0F59D517B615}">
      <dsp:nvSpPr>
        <dsp:cNvPr id="0" name=""/>
        <dsp:cNvSpPr/>
      </dsp:nvSpPr>
      <dsp:spPr>
        <a:xfrm>
          <a:off x="0" y="1147573"/>
          <a:ext cx="10512862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D63ECB-9764-4F80-AB11-E3A707C190F9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30A8D-2216-4862-84E5-AC6F4759B7F7}">
      <dsp:nvSpPr>
        <dsp:cNvPr id="0" name=""/>
        <dsp:cNvSpPr/>
      </dsp:nvSpPr>
      <dsp:spPr>
        <a:xfrm>
          <a:off x="1058686" y="1147573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Project contacts:</a:t>
          </a:r>
          <a:r>
            <a:rPr lang="en-US" sz="2200" b="0" i="0" kern="1200" baseline="0"/>
            <a:t> Project Manager (name), M&amp;E lead (name), Sanza contact, AAYWA contact (placeholders).</a:t>
          </a:r>
          <a:endParaRPr lang="en-US" sz="2200" kern="1200"/>
        </a:p>
      </dsp:txBody>
      <dsp:txXfrm>
        <a:off x="1058686" y="1147573"/>
        <a:ext cx="9454175" cy="916611"/>
      </dsp:txXfrm>
    </dsp:sp>
    <dsp:sp modelId="{D8E2665B-877E-46A4-BF96-F1A400FF8024}">
      <dsp:nvSpPr>
        <dsp:cNvPr id="0" name=""/>
        <dsp:cNvSpPr/>
      </dsp:nvSpPr>
      <dsp:spPr>
        <a:xfrm>
          <a:off x="0" y="2293338"/>
          <a:ext cx="10512862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881560-9435-47ED-8073-4E022CA72D56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D1107-10EA-4854-9790-0A1D72A1C336}">
      <dsp:nvSpPr>
        <dsp:cNvPr id="0" name=""/>
        <dsp:cNvSpPr/>
      </dsp:nvSpPr>
      <dsp:spPr>
        <a:xfrm>
          <a:off x="1058686" y="2293338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Next steps:</a:t>
          </a:r>
          <a:r>
            <a:rPr lang="en-US" sz="2200" b="0" i="0" kern="1200" baseline="0"/>
            <a:t> finalize baseline, confirm logos/photos, schedule stakeholder launch, begin Phase 1 activities.</a:t>
          </a:r>
          <a:endParaRPr lang="en-US" sz="2200" kern="1200"/>
        </a:p>
      </dsp:txBody>
      <dsp:txXfrm>
        <a:off x="1058686" y="2293338"/>
        <a:ext cx="9454175" cy="916611"/>
      </dsp:txXfrm>
    </dsp:sp>
    <dsp:sp modelId="{D6D537AE-6994-4F2D-A28F-AB234D97488C}">
      <dsp:nvSpPr>
        <dsp:cNvPr id="0" name=""/>
        <dsp:cNvSpPr/>
      </dsp:nvSpPr>
      <dsp:spPr>
        <a:xfrm>
          <a:off x="0" y="3439103"/>
          <a:ext cx="10512862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D70BDF-5C5B-4999-A130-962D34F1C70C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13082-766C-41A1-890F-40C81774DD10}">
      <dsp:nvSpPr>
        <dsp:cNvPr id="0" name=""/>
        <dsp:cNvSpPr/>
      </dsp:nvSpPr>
      <dsp:spPr>
        <a:xfrm>
          <a:off x="1058686" y="3439103"/>
          <a:ext cx="9454175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Call to action:</a:t>
          </a:r>
          <a:r>
            <a:rPr lang="en-US" sz="2200" b="0" i="0" kern="1200" baseline="0"/>
            <a:t> review, provide logos/photos, confirm baseline dates.</a:t>
          </a:r>
          <a:endParaRPr lang="en-US" sz="2200" kern="1200"/>
        </a:p>
      </dsp:txBody>
      <dsp:txXfrm>
        <a:off x="1058686" y="3439103"/>
        <a:ext cx="9454175" cy="9166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675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presentation introduces Project AAYWA, a 3-year pilot promoting organic fertilizer and women’s livelihoods in Rwanda.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summarizes the project’s purpose, target group, approach, and expected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explains the agricultural and social context motivating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slide outlines the project’s main and specific objectives, along with key performance indicators.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577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0" y="0"/>
            <a:ext cx="1218577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5777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3" y="0"/>
            <a:ext cx="12185773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502" y="1014574"/>
            <a:ext cx="9723197" cy="2226769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>
                <a:solidFill>
                  <a:schemeClr val="bg1"/>
                </a:solidFill>
              </a:rPr>
              <a:t>Project AAYWA — Promoting Organic Fertilizer and Women’s Livelihoods in Rwanda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502" y="3640633"/>
            <a:ext cx="9723197" cy="2487212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Location: Gasabo &amp; </a:t>
            </a:r>
            <a:r>
              <a:rPr lang="en-US" dirty="0" err="1">
                <a:solidFill>
                  <a:schemeClr val="tx2"/>
                </a:solidFill>
              </a:rPr>
              <a:t>Rulindo</a:t>
            </a:r>
            <a:r>
              <a:rPr lang="en-US" dirty="0">
                <a:solidFill>
                  <a:schemeClr val="tx2"/>
                </a:solidFill>
              </a:rPr>
              <a:t>, Rwanda | Duration: 36 months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(Key partners’ logos: Sanza </a:t>
            </a:r>
            <a:r>
              <a:rPr lang="en-US" dirty="0" err="1">
                <a:solidFill>
                  <a:schemeClr val="tx2"/>
                </a:solidFill>
              </a:rPr>
              <a:t>Alkebulan</a:t>
            </a:r>
            <a:r>
              <a:rPr lang="en-US" dirty="0">
                <a:solidFill>
                  <a:schemeClr val="tx2"/>
                </a:solidFill>
              </a:rPr>
              <a:t>, AAYWA, Afro Source)</a:t>
            </a: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4486" y="3335867"/>
            <a:ext cx="3290983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6" y="623275"/>
            <a:ext cx="10902214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4905" y="1050595"/>
            <a:ext cx="8072712" cy="1618489"/>
          </a:xfrm>
        </p:spPr>
        <p:txBody>
          <a:bodyPr anchor="ctr">
            <a:normAutofit/>
          </a:bodyPr>
          <a:lstStyle/>
          <a:p>
            <a:r>
              <a:rPr lang="en-US" sz="7100"/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4905" y="2969469"/>
            <a:ext cx="8072712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400"/>
              <a:t>36-month pilot empowering 100 young women and adolescent mothers.</a:t>
            </a:r>
          </a:p>
          <a:p>
            <a:pPr>
              <a:lnSpc>
                <a:spcPct val="90000"/>
              </a:lnSpc>
            </a:pPr>
            <a:r>
              <a:rPr lang="en-US" sz="2400"/>
              <a:t>Promotes organic fertilizer (compost) and sustainable agriculture.</a:t>
            </a:r>
          </a:p>
          <a:p>
            <a:pPr>
              <a:lnSpc>
                <a:spcPct val="90000"/>
              </a:lnSpc>
            </a:pPr>
            <a:r>
              <a:rPr lang="en-US" sz="2400"/>
              <a:t>Combines model farms, VSLAs, and a social business model.</a:t>
            </a:r>
          </a:p>
          <a:p>
            <a:pPr>
              <a:lnSpc>
                <a:spcPct val="90000"/>
              </a:lnSpc>
            </a:pPr>
            <a:r>
              <a:rPr lang="en-US" sz="2400"/>
              <a:t>Expected outcomes: +30% yields, improved diets, sustainable income.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719" y="365125"/>
            <a:ext cx="11087386" cy="1325563"/>
          </a:xfrm>
        </p:spPr>
        <p:txBody>
          <a:bodyPr>
            <a:normAutofit/>
          </a:bodyPr>
          <a:lstStyle/>
          <a:p>
            <a:r>
              <a:rPr lang="en-US" sz="4000"/>
              <a:t>Context and Rationale</a:t>
            </a:r>
          </a:p>
        </p:txBody>
      </p:sp>
      <p:graphicFrame>
        <p:nvGraphicFramePr>
          <p:cNvPr id="8" name="Rectangle 3">
            <a:extLst>
              <a:ext uri="{FF2B5EF4-FFF2-40B4-BE49-F238E27FC236}">
                <a16:creationId xmlns:a16="http://schemas.microsoft.com/office/drawing/2014/main" id="{AFEA922B-F471-777B-F418-9CCDBA39A8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8275725"/>
              </p:ext>
            </p:extLst>
          </p:nvPr>
        </p:nvGraphicFramePr>
        <p:xfrm>
          <a:off x="547545" y="2133600"/>
          <a:ext cx="11090561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719" y="365125"/>
            <a:ext cx="11087386" cy="1325563"/>
          </a:xfrm>
        </p:spPr>
        <p:txBody>
          <a:bodyPr>
            <a:normAutofit/>
          </a:bodyPr>
          <a:lstStyle/>
          <a:p>
            <a:r>
              <a:rPr lang="en-US" sz="4000"/>
              <a:t>Project Objectives and Key Indicators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E0BA4D7-3302-C1DB-ABA7-BD18A01FA5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4697508"/>
              </p:ext>
            </p:extLst>
          </p:nvPr>
        </p:nvGraphicFramePr>
        <p:xfrm>
          <a:off x="547545" y="2133600"/>
          <a:ext cx="11090561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63038BC-9FCB-466B-8EE5-7B0DC8F25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58F4797-C77D-4821-B8FF-057D7524C6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0CB3DB-B42E-47BF-A595-527CB329A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33" y="685800"/>
            <a:ext cx="10798159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A8D022-5500-4B61-7CF1-925649E1D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194" y="1036674"/>
            <a:ext cx="9290436" cy="1371600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tx1">
                    <a:lumMod val="65000"/>
                    <a:lumOff val="35000"/>
                  </a:schemeClr>
                </a:solidFill>
              </a:rPr>
              <a:t>Indicator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FAD48A3-65CE-AF81-3826-D30238318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284233"/>
              </p:ext>
            </p:extLst>
          </p:nvPr>
        </p:nvGraphicFramePr>
        <p:xfrm>
          <a:off x="2175040" y="2950865"/>
          <a:ext cx="7838743" cy="25830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674110">
                  <a:extLst>
                    <a:ext uri="{9D8B030D-6E8A-4147-A177-3AD203B41FA5}">
                      <a16:colId xmlns:a16="http://schemas.microsoft.com/office/drawing/2014/main" val="3027859172"/>
                    </a:ext>
                  </a:extLst>
                </a:gridCol>
                <a:gridCol w="4164633">
                  <a:extLst>
                    <a:ext uri="{9D8B030D-6E8A-4147-A177-3AD203B41FA5}">
                      <a16:colId xmlns:a16="http://schemas.microsoft.com/office/drawing/2014/main" val="454741640"/>
                    </a:ext>
                  </a:extLst>
                </a:gridCol>
              </a:tblGrid>
              <a:tr h="645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Indicator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Target (36 months)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extLst>
                  <a:ext uri="{0D108BD9-81ED-4DB2-BD59-A6C34878D82A}">
                    <a16:rowId xmlns:a16="http://schemas.microsoft.com/office/drawing/2014/main" val="658784678"/>
                  </a:ext>
                </a:extLst>
              </a:tr>
              <a:tr h="645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Yield increase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+30%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extLst>
                  <a:ext uri="{0D108BD9-81ED-4DB2-BD59-A6C34878D82A}">
                    <a16:rowId xmlns:a16="http://schemas.microsoft.com/office/drawing/2014/main" val="1351629781"/>
                  </a:ext>
                </a:extLst>
              </a:tr>
              <a:tr h="645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HDDS change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+1.5 points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extLst>
                  <a:ext uri="{0D108BD9-81ED-4DB2-BD59-A6C34878D82A}">
                    <a16:rowId xmlns:a16="http://schemas.microsoft.com/office/drawing/2014/main" val="3758317055"/>
                  </a:ext>
                </a:extLst>
              </a:tr>
              <a:tr h="64576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Input repayment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300" kern="100">
                          <a:effectLst/>
                        </a:rPr>
                        <a:t>&gt;90%</a:t>
                      </a:r>
                      <a:endParaRPr lang="en-US" sz="3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88595" marR="188595" marT="0" marB="0"/>
                </a:tc>
                <a:extLst>
                  <a:ext uri="{0D108BD9-81ED-4DB2-BD59-A6C34878D82A}">
                    <a16:rowId xmlns:a16="http://schemas.microsoft.com/office/drawing/2014/main" val="834254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732492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825" cy="6858000"/>
            <a:chOff x="0" y="0"/>
            <a:chExt cx="12192000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5249CB-EE60-0F7E-18E9-E968F85F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719" y="365125"/>
            <a:ext cx="11087386" cy="1325563"/>
          </a:xfrm>
        </p:spPr>
        <p:txBody>
          <a:bodyPr>
            <a:normAutofit/>
          </a:bodyPr>
          <a:lstStyle/>
          <a:p>
            <a:r>
              <a:rPr lang="en-US" sz="4000"/>
              <a:t>Target Groups and Cohort Model</a:t>
            </a:r>
          </a:p>
        </p:txBody>
      </p: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5AB55EC1-A268-E341-9C58-795DE318EC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3950237"/>
              </p:ext>
            </p:extLst>
          </p:nvPr>
        </p:nvGraphicFramePr>
        <p:xfrm>
          <a:off x="547545" y="2133600"/>
          <a:ext cx="11090561" cy="4157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7085314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62481-E36D-758C-DA13-799488D0D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Cropping Systems and Model Plots</a:t>
            </a:r>
            <a:endParaRPr lang="en-US" dirty="0"/>
          </a:p>
        </p:txBody>
      </p:sp>
      <p:graphicFrame>
        <p:nvGraphicFramePr>
          <p:cNvPr id="47" name="Rectangle 1">
            <a:extLst>
              <a:ext uri="{FF2B5EF4-FFF2-40B4-BE49-F238E27FC236}">
                <a16:creationId xmlns:a16="http://schemas.microsoft.com/office/drawing/2014/main" id="{6837B208-A80D-1D4D-6362-B7E45C7E40F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755902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F12838-CA06-2781-02CA-8D23C3826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125"/>
            <a:ext cx="9839674" cy="1325563"/>
          </a:xfrm>
        </p:spPr>
        <p:txBody>
          <a:bodyPr>
            <a:normAutofit/>
          </a:bodyPr>
          <a:lstStyle/>
          <a:p>
            <a:r>
              <a:rPr lang="en-US" sz="5500"/>
              <a:t>Social Business Model Overview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703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42" y="591829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59729" y="821124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5506" y="1336268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DF927505-663A-1858-32D0-A961D5214F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458953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6554081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905AB9-490A-F687-6020-4F4F36AEE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125"/>
            <a:ext cx="9839674" cy="1325563"/>
          </a:xfrm>
        </p:spPr>
        <p:txBody>
          <a:bodyPr>
            <a:normAutofit/>
          </a:bodyPr>
          <a:lstStyle/>
          <a:p>
            <a:r>
              <a:rPr lang="en-US" sz="5500"/>
              <a:t>Farm Provision and Input Flow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703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42" y="591829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59729" y="821124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57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5506" y="1336268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8" name="Rectangle 1">
            <a:extLst>
              <a:ext uri="{FF2B5EF4-FFF2-40B4-BE49-F238E27FC236}">
                <a16:creationId xmlns:a16="http://schemas.microsoft.com/office/drawing/2014/main" id="{DE625680-6081-EB5C-292E-FC6C5DB4A37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13797034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942181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59142-D3C9-1906-B890-A1F9B834B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125"/>
            <a:ext cx="9839674" cy="1325563"/>
          </a:xfrm>
        </p:spPr>
        <p:txBody>
          <a:bodyPr>
            <a:normAutofit/>
          </a:bodyPr>
          <a:lstStyle/>
          <a:p>
            <a:r>
              <a:rPr lang="en-US" sz="5500"/>
              <a:t>Organic Fertilizer Enterprise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703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42" y="591829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59729" y="821124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5506" y="1336268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39" name="Rectangle 1">
            <a:extLst>
              <a:ext uri="{FF2B5EF4-FFF2-40B4-BE49-F238E27FC236}">
                <a16:creationId xmlns:a16="http://schemas.microsoft.com/office/drawing/2014/main" id="{5611B8E0-73D3-7861-1918-F5CB82054E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1286429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5835858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B3ADBA-08E3-266A-DA6E-18FE8F673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759" y="381935"/>
            <a:ext cx="9353670" cy="120032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300"/>
              <a:t>Training and Agronomy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1297" y="554152"/>
            <a:ext cx="574026" cy="1075866"/>
            <a:chOff x="10994200" y="554152"/>
            <a:chExt cx="574177" cy="1075866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459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A57C221-AFB4-0223-6818-7F3E2CAC83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404339"/>
              </p:ext>
            </p:extLst>
          </p:nvPr>
        </p:nvGraphicFramePr>
        <p:xfrm>
          <a:off x="1187752" y="1825625"/>
          <a:ext cx="9353671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78395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6739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12188826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034FC8-2320-6DB2-005B-518AF16ED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30" y="248038"/>
            <a:ext cx="706188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Full Training Schedule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6147FDD-4139-DC0A-7550-0025FC44F8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9643507"/>
              </p:ext>
            </p:extLst>
          </p:nvPr>
        </p:nvGraphicFramePr>
        <p:xfrm>
          <a:off x="432112" y="2361772"/>
          <a:ext cx="11324602" cy="3661209"/>
        </p:xfrm>
        <a:graphic>
          <a:graphicData uri="http://schemas.openxmlformats.org/drawingml/2006/table">
            <a:tbl>
              <a:tblPr firstRow="1" firstCol="1" bandRow="1">
                <a:solidFill>
                  <a:schemeClr val="bg1">
                    <a:lumMod val="95000"/>
                  </a:schemeClr>
                </a:solidFill>
                <a:tableStyleId>{5C22544A-7EE6-4342-B048-85BDC9FD1C3A}</a:tableStyleId>
              </a:tblPr>
              <a:tblGrid>
                <a:gridCol w="2299358">
                  <a:extLst>
                    <a:ext uri="{9D8B030D-6E8A-4147-A177-3AD203B41FA5}">
                      <a16:colId xmlns:a16="http://schemas.microsoft.com/office/drawing/2014/main" val="2168519606"/>
                    </a:ext>
                  </a:extLst>
                </a:gridCol>
                <a:gridCol w="2228629">
                  <a:extLst>
                    <a:ext uri="{9D8B030D-6E8A-4147-A177-3AD203B41FA5}">
                      <a16:colId xmlns:a16="http://schemas.microsoft.com/office/drawing/2014/main" val="315035306"/>
                    </a:ext>
                  </a:extLst>
                </a:gridCol>
                <a:gridCol w="2228629">
                  <a:extLst>
                    <a:ext uri="{9D8B030D-6E8A-4147-A177-3AD203B41FA5}">
                      <a16:colId xmlns:a16="http://schemas.microsoft.com/office/drawing/2014/main" val="2393566532"/>
                    </a:ext>
                  </a:extLst>
                </a:gridCol>
                <a:gridCol w="2339357">
                  <a:extLst>
                    <a:ext uri="{9D8B030D-6E8A-4147-A177-3AD203B41FA5}">
                      <a16:colId xmlns:a16="http://schemas.microsoft.com/office/drawing/2014/main" val="164982239"/>
                    </a:ext>
                  </a:extLst>
                </a:gridCol>
                <a:gridCol w="2228629">
                  <a:extLst>
                    <a:ext uri="{9D8B030D-6E8A-4147-A177-3AD203B41FA5}">
                      <a16:colId xmlns:a16="http://schemas.microsoft.com/office/drawing/2014/main" val="1985587242"/>
                    </a:ext>
                  </a:extLst>
                </a:gridCol>
              </a:tblGrid>
              <a:tr h="41785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Training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Who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When (Months)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Duration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b="1" kern="100" cap="none" spc="0">
                          <a:solidFill>
                            <a:schemeClr val="tx1"/>
                          </a:solidFill>
                          <a:effectLst/>
                        </a:rPr>
                        <a:t>Purpose</a:t>
                      </a:r>
                      <a:endParaRPr lang="en-US" sz="15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099135"/>
                  </a:ext>
                </a:extLst>
              </a:tr>
              <a:tr h="549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VSLA Governance &amp; Financial Literacy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All members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M1–M2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3 days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Form VSLAs, recordkeeping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3948844"/>
                  </a:ext>
                </a:extLst>
              </a:tr>
              <a:tr h="54982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ToT (Compost, Agronomy, Facilitation)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Master trainers, champions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M2–M3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10 days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Build trainer capacity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64958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Nursery Management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Champions, nursery teams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M2–M8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3 days + monthly checks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Seedling quality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470119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Compost Production Practical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Casuals, champions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M2–M6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5 days + weekly practice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Produce quality compost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00566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Cascade Farmer Training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Champions → cohorts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M4–M24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Monthly sessions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Spread practices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81363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IPM &amp; Scouting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Farmers, champions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M3–M24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2 days + fortnightly coaching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Reduce losses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8906076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Post‑harvest &amp; Storage Mgmt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VSLA officers, aggregation staff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M5–M9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2 days + monthly checks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Reduce losses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1490220"/>
                  </a:ext>
                </a:extLst>
              </a:tr>
              <a:tr h="35728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b="1" kern="100" cap="none" spc="0">
                          <a:solidFill>
                            <a:schemeClr val="tx1"/>
                          </a:solidFill>
                          <a:effectLst/>
                        </a:rPr>
                        <a:t>Leadership &amp; Business Skills</a:t>
                      </a:r>
                      <a:endParaRPr lang="en-US" sz="1100" b="1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Champions, VSLA officers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M6–M18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3 days + quarterly coaching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cap="none" spc="0">
                          <a:solidFill>
                            <a:schemeClr val="tx1"/>
                          </a:solidFill>
                          <a:effectLst/>
                        </a:rPr>
                        <a:t>Market negotiation</a:t>
                      </a:r>
                      <a:endParaRPr lang="en-US" sz="11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8598" marR="62783" marT="16742" marB="125567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743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396252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9A7F3BF-8763-4074-AD77-92790AF31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35F35D-A5AA-A9E9-530A-36B829885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7759" y="381935"/>
            <a:ext cx="9353670" cy="1200329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7300"/>
              <a:t>VSLA Operationalization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9648D6-B41B-42D0-A817-AE2607B0B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1297" y="554152"/>
            <a:ext cx="574026" cy="1075866"/>
            <a:chOff x="10994200" y="554152"/>
            <a:chExt cx="574177" cy="1075866"/>
          </a:xfrm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013369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solidFill>
              <a:schemeClr val="accent2"/>
            </a:solidFill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55951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solidFill>
              <a:schemeClr val="accent2"/>
            </a:solidFill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94200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solidFill>
              <a:schemeClr val="accent2"/>
            </a:solidFill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23459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40D6710B-A859-FAAE-F6D2-1C683680C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8023599"/>
              </p:ext>
            </p:extLst>
          </p:nvPr>
        </p:nvGraphicFramePr>
        <p:xfrm>
          <a:off x="1187752" y="1825625"/>
          <a:ext cx="9353671" cy="4394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7452707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5B1BBC-4EFA-CA48-6844-3FEC37982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125"/>
            <a:ext cx="9839674" cy="13255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300"/>
              <a:t>Young Women Stipend and Labor Pathways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703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1042" y="591829"/>
            <a:ext cx="139003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59729" y="821124"/>
            <a:ext cx="91114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2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5506" y="1336268"/>
            <a:ext cx="127681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3" name="Rectangle 1">
            <a:extLst>
              <a:ext uri="{FF2B5EF4-FFF2-40B4-BE49-F238E27FC236}">
                <a16:creationId xmlns:a16="http://schemas.microsoft.com/office/drawing/2014/main" id="{E2C21BDC-EA1D-1CFC-EC01-8054C83769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553383"/>
              </p:ext>
            </p:extLst>
          </p:nvPr>
        </p:nvGraphicFramePr>
        <p:xfrm>
          <a:off x="837981" y="1825625"/>
          <a:ext cx="10512862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571454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5ACC4-1762-2407-C5FC-DCC9753C6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Post‑harvest Handling and Commercialization</a:t>
            </a:r>
            <a:endParaRPr lang="en-US" dirty="0"/>
          </a:p>
        </p:txBody>
      </p:sp>
      <p:graphicFrame>
        <p:nvGraphicFramePr>
          <p:cNvPr id="28" name="Rectangle 1">
            <a:extLst>
              <a:ext uri="{FF2B5EF4-FFF2-40B4-BE49-F238E27FC236}">
                <a16:creationId xmlns:a16="http://schemas.microsoft.com/office/drawing/2014/main" id="{3C85E1CE-25AD-7989-49A3-919B93BB2D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855936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1BE8-7697-8BE3-B297-C1E32EF0C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Timeline (Gantt)</a:t>
            </a:r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F04BCA6C-6427-CC97-BF5B-3C2DD15FB7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9593657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12188824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6739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12188826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7956D6-CA73-E7A2-578F-5D2457B77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530" y="248038"/>
            <a:ext cx="706188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Budget Summary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19B819-AC7E-5592-2BA0-F7D618B904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9982310"/>
              </p:ext>
            </p:extLst>
          </p:nvPr>
        </p:nvGraphicFramePr>
        <p:xfrm>
          <a:off x="432112" y="2004173"/>
          <a:ext cx="11324602" cy="4376404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2697483">
                  <a:extLst>
                    <a:ext uri="{9D8B030D-6E8A-4147-A177-3AD203B41FA5}">
                      <a16:colId xmlns:a16="http://schemas.microsoft.com/office/drawing/2014/main" val="706120011"/>
                    </a:ext>
                  </a:extLst>
                </a:gridCol>
                <a:gridCol w="2493483">
                  <a:extLst>
                    <a:ext uri="{9D8B030D-6E8A-4147-A177-3AD203B41FA5}">
                      <a16:colId xmlns:a16="http://schemas.microsoft.com/office/drawing/2014/main" val="1317246995"/>
                    </a:ext>
                  </a:extLst>
                </a:gridCol>
                <a:gridCol w="2493483">
                  <a:extLst>
                    <a:ext uri="{9D8B030D-6E8A-4147-A177-3AD203B41FA5}">
                      <a16:colId xmlns:a16="http://schemas.microsoft.com/office/drawing/2014/main" val="671723996"/>
                    </a:ext>
                  </a:extLst>
                </a:gridCol>
                <a:gridCol w="2233413">
                  <a:extLst>
                    <a:ext uri="{9D8B030D-6E8A-4147-A177-3AD203B41FA5}">
                      <a16:colId xmlns:a16="http://schemas.microsoft.com/office/drawing/2014/main" val="1309605191"/>
                    </a:ext>
                  </a:extLst>
                </a:gridCol>
                <a:gridCol w="1406740">
                  <a:extLst>
                    <a:ext uri="{9D8B030D-6E8A-4147-A177-3AD203B41FA5}">
                      <a16:colId xmlns:a16="http://schemas.microsoft.com/office/drawing/2014/main" val="1176314046"/>
                    </a:ext>
                  </a:extLst>
                </a:gridCol>
              </a:tblGrid>
              <a:tr h="403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Category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Year 1 (€)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Year 2 (€)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Total (€)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887054"/>
                  </a:ext>
                </a:extLst>
              </a:tr>
              <a:tr h="691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Inputs, compost production &amp; model farm costs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24,000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6,000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30,000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30%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775221"/>
                  </a:ext>
                </a:extLst>
              </a:tr>
              <a:tr h="403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Training &amp; extension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16,000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9,000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25,000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25%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456281"/>
                  </a:ext>
                </a:extLst>
              </a:tr>
              <a:tr h="403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Storage &amp; post‑harvest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6,500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3,500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10,000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10%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4022159"/>
                  </a:ext>
                </a:extLst>
              </a:tr>
              <a:tr h="691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Project management &amp; M&amp;E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9,000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6,000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15,000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15%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3225330"/>
                  </a:ext>
                </a:extLst>
              </a:tr>
              <a:tr h="691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Market facilitation &amp; working capital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9,500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5,500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15,000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15%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44940"/>
                  </a:ext>
                </a:extLst>
              </a:tr>
              <a:tr h="6910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VSLA seed capital &amp; stipends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4,000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5,000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5%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7114282"/>
                  </a:ext>
                </a:extLst>
              </a:tr>
              <a:tr h="40304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kern="100" cap="none" spc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US" sz="1600" b="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69,000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31,000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100,000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kern="100" cap="none" spc="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en-US" sz="1200" kern="100" cap="none" spc="0"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6957" marR="46957" marT="0" marB="93914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04110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394872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36C7E4-95DF-E421-4ED6-FB3D6350D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714" y="417576"/>
            <a:ext cx="10906799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6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MEL Framework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6710" y="1733454"/>
            <a:ext cx="4570809" cy="18288"/>
          </a:xfrm>
          <a:custGeom>
            <a:avLst/>
            <a:gdLst>
              <a:gd name="csX0" fmla="*/ 0 w 4570809"/>
              <a:gd name="csY0" fmla="*/ 0 h 18288"/>
              <a:gd name="csX1" fmla="*/ 515848 w 4570809"/>
              <a:gd name="csY1" fmla="*/ 0 h 18288"/>
              <a:gd name="csX2" fmla="*/ 1031697 w 4570809"/>
              <a:gd name="csY2" fmla="*/ 0 h 18288"/>
              <a:gd name="csX3" fmla="*/ 1638962 w 4570809"/>
              <a:gd name="csY3" fmla="*/ 0 h 18288"/>
              <a:gd name="csX4" fmla="*/ 2383350 w 4570809"/>
              <a:gd name="csY4" fmla="*/ 0 h 18288"/>
              <a:gd name="csX5" fmla="*/ 2944907 w 4570809"/>
              <a:gd name="csY5" fmla="*/ 0 h 18288"/>
              <a:gd name="csX6" fmla="*/ 3506463 w 4570809"/>
              <a:gd name="csY6" fmla="*/ 0 h 18288"/>
              <a:gd name="csX7" fmla="*/ 4570809 w 4570809"/>
              <a:gd name="csY7" fmla="*/ 0 h 18288"/>
              <a:gd name="csX8" fmla="*/ 4570809 w 4570809"/>
              <a:gd name="csY8" fmla="*/ 18288 h 18288"/>
              <a:gd name="csX9" fmla="*/ 3872128 w 4570809"/>
              <a:gd name="csY9" fmla="*/ 18288 h 18288"/>
              <a:gd name="csX10" fmla="*/ 3310572 w 4570809"/>
              <a:gd name="csY10" fmla="*/ 18288 h 18288"/>
              <a:gd name="csX11" fmla="*/ 2749015 w 4570809"/>
              <a:gd name="csY11" fmla="*/ 18288 h 18288"/>
              <a:gd name="csX12" fmla="*/ 2050334 w 4570809"/>
              <a:gd name="csY12" fmla="*/ 18288 h 18288"/>
              <a:gd name="csX13" fmla="*/ 1305945 w 4570809"/>
              <a:gd name="csY13" fmla="*/ 18288 h 18288"/>
              <a:gd name="csX14" fmla="*/ 790097 w 4570809"/>
              <a:gd name="csY14" fmla="*/ 18288 h 18288"/>
              <a:gd name="csX15" fmla="*/ 0 w 4570809"/>
              <a:gd name="csY15" fmla="*/ 18288 h 18288"/>
              <a:gd name="csX16" fmla="*/ 0 w 457080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0809" h="18288" fill="none" extrusionOk="0">
                <a:moveTo>
                  <a:pt x="0" y="0"/>
                </a:moveTo>
                <a:cubicBezTo>
                  <a:pt x="130589" y="11804"/>
                  <a:pt x="357796" y="18988"/>
                  <a:pt x="515848" y="0"/>
                </a:cubicBezTo>
                <a:cubicBezTo>
                  <a:pt x="673900" y="-18988"/>
                  <a:pt x="898050" y="-13988"/>
                  <a:pt x="1031697" y="0"/>
                </a:cubicBezTo>
                <a:cubicBezTo>
                  <a:pt x="1165344" y="13988"/>
                  <a:pt x="1434010" y="-13084"/>
                  <a:pt x="1638962" y="0"/>
                </a:cubicBezTo>
                <a:cubicBezTo>
                  <a:pt x="1843914" y="13084"/>
                  <a:pt x="2124864" y="16367"/>
                  <a:pt x="2383350" y="0"/>
                </a:cubicBezTo>
                <a:cubicBezTo>
                  <a:pt x="2641836" y="-16367"/>
                  <a:pt x="2676823" y="5102"/>
                  <a:pt x="2944907" y="0"/>
                </a:cubicBezTo>
                <a:cubicBezTo>
                  <a:pt x="3212991" y="-5102"/>
                  <a:pt x="3275382" y="-18192"/>
                  <a:pt x="3506463" y="0"/>
                </a:cubicBezTo>
                <a:cubicBezTo>
                  <a:pt x="3737544" y="18192"/>
                  <a:pt x="4144455" y="-14394"/>
                  <a:pt x="4570809" y="0"/>
                </a:cubicBezTo>
                <a:cubicBezTo>
                  <a:pt x="4571704" y="8974"/>
                  <a:pt x="4570263" y="9359"/>
                  <a:pt x="4570809" y="18288"/>
                </a:cubicBezTo>
                <a:cubicBezTo>
                  <a:pt x="4364577" y="38638"/>
                  <a:pt x="4201392" y="-7009"/>
                  <a:pt x="3872128" y="18288"/>
                </a:cubicBezTo>
                <a:cubicBezTo>
                  <a:pt x="3542864" y="43585"/>
                  <a:pt x="3583378" y="28341"/>
                  <a:pt x="3310572" y="18288"/>
                </a:cubicBezTo>
                <a:cubicBezTo>
                  <a:pt x="3037766" y="8235"/>
                  <a:pt x="2991030" y="9559"/>
                  <a:pt x="2749015" y="18288"/>
                </a:cubicBezTo>
                <a:cubicBezTo>
                  <a:pt x="2507000" y="27017"/>
                  <a:pt x="2304636" y="41089"/>
                  <a:pt x="2050334" y="18288"/>
                </a:cubicBezTo>
                <a:cubicBezTo>
                  <a:pt x="1796032" y="-4513"/>
                  <a:pt x="1668822" y="25068"/>
                  <a:pt x="1305945" y="18288"/>
                </a:cubicBezTo>
                <a:cubicBezTo>
                  <a:pt x="943068" y="11508"/>
                  <a:pt x="993706" y="30281"/>
                  <a:pt x="790097" y="18288"/>
                </a:cubicBezTo>
                <a:cubicBezTo>
                  <a:pt x="586488" y="6295"/>
                  <a:pt x="306699" y="-17432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0809" h="18288" stroke="0" extrusionOk="0">
                <a:moveTo>
                  <a:pt x="0" y="0"/>
                </a:moveTo>
                <a:cubicBezTo>
                  <a:pt x="152532" y="-2364"/>
                  <a:pt x="357923" y="1427"/>
                  <a:pt x="561557" y="0"/>
                </a:cubicBezTo>
                <a:cubicBezTo>
                  <a:pt x="765191" y="-1427"/>
                  <a:pt x="918920" y="-15661"/>
                  <a:pt x="1077405" y="0"/>
                </a:cubicBezTo>
                <a:cubicBezTo>
                  <a:pt x="1235890" y="15661"/>
                  <a:pt x="1460747" y="11963"/>
                  <a:pt x="1638962" y="0"/>
                </a:cubicBezTo>
                <a:cubicBezTo>
                  <a:pt x="1817177" y="-11963"/>
                  <a:pt x="2125574" y="8824"/>
                  <a:pt x="2291934" y="0"/>
                </a:cubicBezTo>
                <a:cubicBezTo>
                  <a:pt x="2458294" y="-8824"/>
                  <a:pt x="2784153" y="-12947"/>
                  <a:pt x="2990615" y="0"/>
                </a:cubicBezTo>
                <a:cubicBezTo>
                  <a:pt x="3197077" y="12947"/>
                  <a:pt x="3428629" y="-16296"/>
                  <a:pt x="3735004" y="0"/>
                </a:cubicBezTo>
                <a:cubicBezTo>
                  <a:pt x="4041379" y="16296"/>
                  <a:pt x="4318160" y="-6098"/>
                  <a:pt x="4570809" y="0"/>
                </a:cubicBezTo>
                <a:cubicBezTo>
                  <a:pt x="4570354" y="6162"/>
                  <a:pt x="4570712" y="11775"/>
                  <a:pt x="4570809" y="18288"/>
                </a:cubicBezTo>
                <a:cubicBezTo>
                  <a:pt x="4396028" y="40170"/>
                  <a:pt x="4132994" y="11222"/>
                  <a:pt x="3872128" y="18288"/>
                </a:cubicBezTo>
                <a:cubicBezTo>
                  <a:pt x="3611262" y="25354"/>
                  <a:pt x="3374891" y="17697"/>
                  <a:pt x="3127739" y="18288"/>
                </a:cubicBezTo>
                <a:cubicBezTo>
                  <a:pt x="2880587" y="18879"/>
                  <a:pt x="2664411" y="34935"/>
                  <a:pt x="2383350" y="18288"/>
                </a:cubicBezTo>
                <a:cubicBezTo>
                  <a:pt x="2102289" y="1641"/>
                  <a:pt x="2103614" y="8588"/>
                  <a:pt x="1867502" y="18288"/>
                </a:cubicBezTo>
                <a:cubicBezTo>
                  <a:pt x="1631390" y="27988"/>
                  <a:pt x="1460355" y="24402"/>
                  <a:pt x="1168821" y="18288"/>
                </a:cubicBezTo>
                <a:cubicBezTo>
                  <a:pt x="877287" y="12174"/>
                  <a:pt x="832023" y="-2656"/>
                  <a:pt x="561557" y="18288"/>
                </a:cubicBezTo>
                <a:cubicBezTo>
                  <a:pt x="291091" y="39232"/>
                  <a:pt x="243289" y="1407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BFBE1A-54BA-F77C-CDE5-E95EA43B52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8376107"/>
              </p:ext>
            </p:extLst>
          </p:nvPr>
        </p:nvGraphicFramePr>
        <p:xfrm>
          <a:off x="561738" y="2633472"/>
          <a:ext cx="11062302" cy="3586354"/>
        </p:xfrm>
        <a:graphic>
          <a:graphicData uri="http://schemas.openxmlformats.org/drawingml/2006/table">
            <a:tbl>
              <a:tblPr firstRow="1" firstCol="1" bandRow="1">
                <a:tableStyleId>{9D7B26C5-4107-4FEC-AEDC-1716B250A1EF}</a:tableStyleId>
              </a:tblPr>
              <a:tblGrid>
                <a:gridCol w="2270051">
                  <a:extLst>
                    <a:ext uri="{9D8B030D-6E8A-4147-A177-3AD203B41FA5}">
                      <a16:colId xmlns:a16="http://schemas.microsoft.com/office/drawing/2014/main" val="2621509424"/>
                    </a:ext>
                  </a:extLst>
                </a:gridCol>
                <a:gridCol w="2190036">
                  <a:extLst>
                    <a:ext uri="{9D8B030D-6E8A-4147-A177-3AD203B41FA5}">
                      <a16:colId xmlns:a16="http://schemas.microsoft.com/office/drawing/2014/main" val="3807604091"/>
                    </a:ext>
                  </a:extLst>
                </a:gridCol>
                <a:gridCol w="2222143">
                  <a:extLst>
                    <a:ext uri="{9D8B030D-6E8A-4147-A177-3AD203B41FA5}">
                      <a16:colId xmlns:a16="http://schemas.microsoft.com/office/drawing/2014/main" val="938284069"/>
                    </a:ext>
                  </a:extLst>
                </a:gridCol>
                <a:gridCol w="2190036">
                  <a:extLst>
                    <a:ext uri="{9D8B030D-6E8A-4147-A177-3AD203B41FA5}">
                      <a16:colId xmlns:a16="http://schemas.microsoft.com/office/drawing/2014/main" val="2999327107"/>
                    </a:ext>
                  </a:extLst>
                </a:gridCol>
                <a:gridCol w="2190036">
                  <a:extLst>
                    <a:ext uri="{9D8B030D-6E8A-4147-A177-3AD203B41FA5}">
                      <a16:colId xmlns:a16="http://schemas.microsoft.com/office/drawing/2014/main" val="3538556411"/>
                    </a:ext>
                  </a:extLst>
                </a:gridCol>
              </a:tblGrid>
              <a:tr h="312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Indicator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Baseline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Target (36 months)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Data source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Frequency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4045250688"/>
                  </a:ext>
                </a:extLst>
              </a:tr>
              <a:tr h="592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# women trained (champions)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0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100 certified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Training registers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Quarterly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4267383610"/>
                  </a:ext>
                </a:extLst>
              </a:tr>
              <a:tr h="592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Average yield (target crops)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measured at baseline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+30% vs baseline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Farm logs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Monthly/Quarterly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2462477435"/>
                  </a:ext>
                </a:extLst>
              </a:tr>
              <a:tr h="592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HDDS (mean)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measured at baseline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+1.5 points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Household 24‑hr recall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Baseline, Midline, Endline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321077303"/>
                  </a:ext>
                </a:extLst>
              </a:tr>
              <a:tr h="592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Input repayment rate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measured at baseline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&gt;90% recovered at sale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Sales settlements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Per sale; monthly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2547433456"/>
                  </a:ext>
                </a:extLst>
              </a:tr>
              <a:tr h="31245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Compost QA pass rate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measured at start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&gt;90% batches pass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QA tests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Monthly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2023403983"/>
                  </a:ext>
                </a:extLst>
              </a:tr>
              <a:tr h="5922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VSLA savings mobilized (€)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€0 pre‑seed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track growth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VSLA cashbooks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</a:rPr>
                        <a:t>Monthly</a:t>
                      </a:r>
                      <a:endParaRPr lang="en-US" sz="16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1251" marR="91251" marT="0" marB="0"/>
                </a:tc>
                <a:extLst>
                  <a:ext uri="{0D108BD9-81ED-4DB2-BD59-A6C34878D82A}">
                    <a16:rowId xmlns:a16="http://schemas.microsoft.com/office/drawing/2014/main" val="20764775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8599108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5DB3719-6FDC-4E5D-891D-FF40B730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3FBE3-14A6-37F8-5F06-DCB255E27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365125"/>
            <a:ext cx="10512862" cy="1325563"/>
          </a:xfrm>
        </p:spPr>
        <p:txBody>
          <a:bodyPr>
            <a:normAutofit/>
          </a:bodyPr>
          <a:lstStyle/>
          <a:p>
            <a:r>
              <a:rPr lang="en-US" sz="5300"/>
              <a:t>Key Risks and Mitigation</a:t>
            </a:r>
          </a:p>
        </p:txBody>
      </p:sp>
      <p:sp>
        <p:nvSpPr>
          <p:cNvPr id="21" name="sketch line">
            <a:extLst>
              <a:ext uri="{FF2B5EF4-FFF2-40B4-BE49-F238E27FC236}">
                <a16:creationId xmlns:a16="http://schemas.microsoft.com/office/drawing/2014/main" id="{E0CBAC23-2E3F-4A90-BA59-F8299F6A5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981" y="1865313"/>
            <a:ext cx="10421446" cy="18288"/>
          </a:xfrm>
          <a:custGeom>
            <a:avLst/>
            <a:gdLst>
              <a:gd name="csX0" fmla="*/ 0 w 10421446"/>
              <a:gd name="csY0" fmla="*/ 0 h 18288"/>
              <a:gd name="csX1" fmla="*/ 903192 w 10421446"/>
              <a:gd name="csY1" fmla="*/ 0 h 18288"/>
              <a:gd name="csX2" fmla="*/ 1389526 w 10421446"/>
              <a:gd name="csY2" fmla="*/ 0 h 18288"/>
              <a:gd name="csX3" fmla="*/ 2188504 w 10421446"/>
              <a:gd name="csY3" fmla="*/ 0 h 18288"/>
              <a:gd name="csX4" fmla="*/ 2674838 w 10421446"/>
              <a:gd name="csY4" fmla="*/ 0 h 18288"/>
              <a:gd name="csX5" fmla="*/ 3369601 w 10421446"/>
              <a:gd name="csY5" fmla="*/ 0 h 18288"/>
              <a:gd name="csX6" fmla="*/ 4168578 w 10421446"/>
              <a:gd name="csY6" fmla="*/ 0 h 18288"/>
              <a:gd name="csX7" fmla="*/ 4550698 w 10421446"/>
              <a:gd name="csY7" fmla="*/ 0 h 18288"/>
              <a:gd name="csX8" fmla="*/ 4932818 w 10421446"/>
              <a:gd name="csY8" fmla="*/ 0 h 18288"/>
              <a:gd name="csX9" fmla="*/ 5836010 w 10421446"/>
              <a:gd name="csY9" fmla="*/ 0 h 18288"/>
              <a:gd name="csX10" fmla="*/ 6530773 w 10421446"/>
              <a:gd name="csY10" fmla="*/ 0 h 18288"/>
              <a:gd name="csX11" fmla="*/ 6912893 w 10421446"/>
              <a:gd name="csY11" fmla="*/ 0 h 18288"/>
              <a:gd name="csX12" fmla="*/ 7607656 w 10421446"/>
              <a:gd name="csY12" fmla="*/ 0 h 18288"/>
              <a:gd name="csX13" fmla="*/ 8510848 w 10421446"/>
              <a:gd name="csY13" fmla="*/ 0 h 18288"/>
              <a:gd name="csX14" fmla="*/ 9101396 w 10421446"/>
              <a:gd name="csY14" fmla="*/ 0 h 18288"/>
              <a:gd name="csX15" fmla="*/ 9691945 w 10421446"/>
              <a:gd name="csY15" fmla="*/ 0 h 18288"/>
              <a:gd name="csX16" fmla="*/ 10421446 w 10421446"/>
              <a:gd name="csY16" fmla="*/ 0 h 18288"/>
              <a:gd name="csX17" fmla="*/ 10421446 w 10421446"/>
              <a:gd name="csY17" fmla="*/ 18288 h 18288"/>
              <a:gd name="csX18" fmla="*/ 9726683 w 10421446"/>
              <a:gd name="csY18" fmla="*/ 18288 h 18288"/>
              <a:gd name="csX19" fmla="*/ 8927705 w 10421446"/>
              <a:gd name="csY19" fmla="*/ 18288 h 18288"/>
              <a:gd name="csX20" fmla="*/ 8128728 w 10421446"/>
              <a:gd name="csY20" fmla="*/ 18288 h 18288"/>
              <a:gd name="csX21" fmla="*/ 7642394 w 10421446"/>
              <a:gd name="csY21" fmla="*/ 18288 h 18288"/>
              <a:gd name="csX22" fmla="*/ 6739202 w 10421446"/>
              <a:gd name="csY22" fmla="*/ 18288 h 18288"/>
              <a:gd name="csX23" fmla="*/ 6044439 w 10421446"/>
              <a:gd name="csY23" fmla="*/ 18288 h 18288"/>
              <a:gd name="csX24" fmla="*/ 5662319 w 10421446"/>
              <a:gd name="csY24" fmla="*/ 18288 h 18288"/>
              <a:gd name="csX25" fmla="*/ 4967556 w 10421446"/>
              <a:gd name="csY25" fmla="*/ 18288 h 18288"/>
              <a:gd name="csX26" fmla="*/ 4377007 w 10421446"/>
              <a:gd name="csY26" fmla="*/ 18288 h 18288"/>
              <a:gd name="csX27" fmla="*/ 3786459 w 10421446"/>
              <a:gd name="csY27" fmla="*/ 18288 h 18288"/>
              <a:gd name="csX28" fmla="*/ 3195910 w 10421446"/>
              <a:gd name="csY28" fmla="*/ 18288 h 18288"/>
              <a:gd name="csX29" fmla="*/ 2605362 w 10421446"/>
              <a:gd name="csY29" fmla="*/ 18288 h 18288"/>
              <a:gd name="csX30" fmla="*/ 1806384 w 10421446"/>
              <a:gd name="csY30" fmla="*/ 18288 h 18288"/>
              <a:gd name="csX31" fmla="*/ 1111621 w 10421446"/>
              <a:gd name="csY31" fmla="*/ 18288 h 18288"/>
              <a:gd name="csX32" fmla="*/ 729501 w 10421446"/>
              <a:gd name="csY32" fmla="*/ 18288 h 18288"/>
              <a:gd name="csX33" fmla="*/ 0 w 10421446"/>
              <a:gd name="csY33" fmla="*/ 18288 h 18288"/>
              <a:gd name="csX34" fmla="*/ 0 w 10421446"/>
              <a:gd name="csY3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</a:cxnLst>
            <a:rect l="l" t="t" r="r" b="b"/>
            <a:pathLst>
              <a:path w="10421446" h="18288" fill="none" extrusionOk="0">
                <a:moveTo>
                  <a:pt x="0" y="0"/>
                </a:moveTo>
                <a:cubicBezTo>
                  <a:pt x="266543" y="40386"/>
                  <a:pt x="629193" y="-8096"/>
                  <a:pt x="903192" y="0"/>
                </a:cubicBezTo>
                <a:cubicBezTo>
                  <a:pt x="1177191" y="8096"/>
                  <a:pt x="1155338" y="16929"/>
                  <a:pt x="1389526" y="0"/>
                </a:cubicBezTo>
                <a:cubicBezTo>
                  <a:pt x="1623714" y="-16929"/>
                  <a:pt x="1918199" y="14006"/>
                  <a:pt x="2188504" y="0"/>
                </a:cubicBezTo>
                <a:cubicBezTo>
                  <a:pt x="2458809" y="-14006"/>
                  <a:pt x="2562505" y="-21891"/>
                  <a:pt x="2674838" y="0"/>
                </a:cubicBezTo>
                <a:cubicBezTo>
                  <a:pt x="2787171" y="21891"/>
                  <a:pt x="3174047" y="9189"/>
                  <a:pt x="3369601" y="0"/>
                </a:cubicBezTo>
                <a:cubicBezTo>
                  <a:pt x="3565155" y="-9189"/>
                  <a:pt x="3936250" y="-11118"/>
                  <a:pt x="4168578" y="0"/>
                </a:cubicBezTo>
                <a:cubicBezTo>
                  <a:pt x="4400906" y="11118"/>
                  <a:pt x="4453802" y="-5805"/>
                  <a:pt x="4550698" y="0"/>
                </a:cubicBezTo>
                <a:cubicBezTo>
                  <a:pt x="4647594" y="5805"/>
                  <a:pt x="4849807" y="8451"/>
                  <a:pt x="4932818" y="0"/>
                </a:cubicBezTo>
                <a:cubicBezTo>
                  <a:pt x="5015829" y="-8451"/>
                  <a:pt x="5571138" y="30760"/>
                  <a:pt x="5836010" y="0"/>
                </a:cubicBezTo>
                <a:cubicBezTo>
                  <a:pt x="6100882" y="-30760"/>
                  <a:pt x="6279363" y="23792"/>
                  <a:pt x="6530773" y="0"/>
                </a:cubicBezTo>
                <a:cubicBezTo>
                  <a:pt x="6782183" y="-23792"/>
                  <a:pt x="6789292" y="16544"/>
                  <a:pt x="6912893" y="0"/>
                </a:cubicBezTo>
                <a:cubicBezTo>
                  <a:pt x="7036494" y="-16544"/>
                  <a:pt x="7282428" y="-31499"/>
                  <a:pt x="7607656" y="0"/>
                </a:cubicBezTo>
                <a:cubicBezTo>
                  <a:pt x="7932884" y="31499"/>
                  <a:pt x="8255179" y="44205"/>
                  <a:pt x="8510848" y="0"/>
                </a:cubicBezTo>
                <a:cubicBezTo>
                  <a:pt x="8766517" y="-44205"/>
                  <a:pt x="8932971" y="23937"/>
                  <a:pt x="9101396" y="0"/>
                </a:cubicBezTo>
                <a:cubicBezTo>
                  <a:pt x="9269821" y="-23937"/>
                  <a:pt x="9414097" y="29147"/>
                  <a:pt x="9691945" y="0"/>
                </a:cubicBezTo>
                <a:cubicBezTo>
                  <a:pt x="9969793" y="-29147"/>
                  <a:pt x="10269441" y="13129"/>
                  <a:pt x="10421446" y="0"/>
                </a:cubicBezTo>
                <a:cubicBezTo>
                  <a:pt x="10421784" y="7640"/>
                  <a:pt x="10420996" y="11289"/>
                  <a:pt x="10421446" y="18288"/>
                </a:cubicBezTo>
                <a:cubicBezTo>
                  <a:pt x="10169428" y="23076"/>
                  <a:pt x="10040912" y="-13387"/>
                  <a:pt x="9726683" y="18288"/>
                </a:cubicBezTo>
                <a:cubicBezTo>
                  <a:pt x="9412454" y="49963"/>
                  <a:pt x="9246638" y="13850"/>
                  <a:pt x="8927705" y="18288"/>
                </a:cubicBezTo>
                <a:cubicBezTo>
                  <a:pt x="8608772" y="22726"/>
                  <a:pt x="8316092" y="5310"/>
                  <a:pt x="8128728" y="18288"/>
                </a:cubicBezTo>
                <a:cubicBezTo>
                  <a:pt x="7941364" y="31266"/>
                  <a:pt x="7821946" y="19978"/>
                  <a:pt x="7642394" y="18288"/>
                </a:cubicBezTo>
                <a:cubicBezTo>
                  <a:pt x="7462842" y="16598"/>
                  <a:pt x="7160658" y="46195"/>
                  <a:pt x="6739202" y="18288"/>
                </a:cubicBezTo>
                <a:cubicBezTo>
                  <a:pt x="6317746" y="-9619"/>
                  <a:pt x="6347952" y="10328"/>
                  <a:pt x="6044439" y="18288"/>
                </a:cubicBezTo>
                <a:cubicBezTo>
                  <a:pt x="5740926" y="26248"/>
                  <a:pt x="5792730" y="36246"/>
                  <a:pt x="5662319" y="18288"/>
                </a:cubicBezTo>
                <a:cubicBezTo>
                  <a:pt x="5531908" y="330"/>
                  <a:pt x="5294507" y="22631"/>
                  <a:pt x="4967556" y="18288"/>
                </a:cubicBezTo>
                <a:cubicBezTo>
                  <a:pt x="4640605" y="13945"/>
                  <a:pt x="4618645" y="2443"/>
                  <a:pt x="4377007" y="18288"/>
                </a:cubicBezTo>
                <a:cubicBezTo>
                  <a:pt x="4135369" y="34133"/>
                  <a:pt x="4036032" y="38384"/>
                  <a:pt x="3786459" y="18288"/>
                </a:cubicBezTo>
                <a:cubicBezTo>
                  <a:pt x="3536886" y="-1808"/>
                  <a:pt x="3433532" y="37191"/>
                  <a:pt x="3195910" y="18288"/>
                </a:cubicBezTo>
                <a:cubicBezTo>
                  <a:pt x="2958288" y="-615"/>
                  <a:pt x="2775620" y="7282"/>
                  <a:pt x="2605362" y="18288"/>
                </a:cubicBezTo>
                <a:cubicBezTo>
                  <a:pt x="2435104" y="29294"/>
                  <a:pt x="2045682" y="34103"/>
                  <a:pt x="1806384" y="18288"/>
                </a:cubicBezTo>
                <a:cubicBezTo>
                  <a:pt x="1567086" y="2473"/>
                  <a:pt x="1334795" y="2507"/>
                  <a:pt x="1111621" y="18288"/>
                </a:cubicBezTo>
                <a:cubicBezTo>
                  <a:pt x="888447" y="34069"/>
                  <a:pt x="881093" y="28150"/>
                  <a:pt x="729501" y="18288"/>
                </a:cubicBezTo>
                <a:cubicBezTo>
                  <a:pt x="577909" y="8426"/>
                  <a:pt x="180699" y="-6923"/>
                  <a:pt x="0" y="18288"/>
                </a:cubicBezTo>
                <a:cubicBezTo>
                  <a:pt x="-82" y="11708"/>
                  <a:pt x="-178" y="8956"/>
                  <a:pt x="0" y="0"/>
                </a:cubicBezTo>
                <a:close/>
              </a:path>
              <a:path w="10421446" h="18288" stroke="0" extrusionOk="0">
                <a:moveTo>
                  <a:pt x="0" y="0"/>
                </a:moveTo>
                <a:cubicBezTo>
                  <a:pt x="265895" y="-13146"/>
                  <a:pt x="409783" y="-16250"/>
                  <a:pt x="590549" y="0"/>
                </a:cubicBezTo>
                <a:cubicBezTo>
                  <a:pt x="771315" y="16250"/>
                  <a:pt x="873851" y="-7264"/>
                  <a:pt x="972668" y="0"/>
                </a:cubicBezTo>
                <a:cubicBezTo>
                  <a:pt x="1071485" y="7264"/>
                  <a:pt x="1494533" y="-2828"/>
                  <a:pt x="1875860" y="0"/>
                </a:cubicBezTo>
                <a:cubicBezTo>
                  <a:pt x="2257187" y="2828"/>
                  <a:pt x="2280468" y="-28651"/>
                  <a:pt x="2466409" y="0"/>
                </a:cubicBezTo>
                <a:cubicBezTo>
                  <a:pt x="2652350" y="28651"/>
                  <a:pt x="2780672" y="-14794"/>
                  <a:pt x="3056957" y="0"/>
                </a:cubicBezTo>
                <a:cubicBezTo>
                  <a:pt x="3333242" y="14794"/>
                  <a:pt x="3776466" y="-6198"/>
                  <a:pt x="3960149" y="0"/>
                </a:cubicBezTo>
                <a:cubicBezTo>
                  <a:pt x="4143832" y="6198"/>
                  <a:pt x="4286540" y="20367"/>
                  <a:pt x="4446484" y="0"/>
                </a:cubicBezTo>
                <a:cubicBezTo>
                  <a:pt x="4606429" y="-20367"/>
                  <a:pt x="5046693" y="21561"/>
                  <a:pt x="5349676" y="0"/>
                </a:cubicBezTo>
                <a:cubicBezTo>
                  <a:pt x="5652659" y="-21561"/>
                  <a:pt x="5842814" y="13545"/>
                  <a:pt x="6252868" y="0"/>
                </a:cubicBezTo>
                <a:cubicBezTo>
                  <a:pt x="6662922" y="-13545"/>
                  <a:pt x="6690572" y="-14512"/>
                  <a:pt x="6947631" y="0"/>
                </a:cubicBezTo>
                <a:cubicBezTo>
                  <a:pt x="7204690" y="14512"/>
                  <a:pt x="7621419" y="-14123"/>
                  <a:pt x="7850823" y="0"/>
                </a:cubicBezTo>
                <a:cubicBezTo>
                  <a:pt x="8080227" y="14123"/>
                  <a:pt x="8272600" y="-26639"/>
                  <a:pt x="8441371" y="0"/>
                </a:cubicBezTo>
                <a:cubicBezTo>
                  <a:pt x="8610142" y="26639"/>
                  <a:pt x="8815759" y="5164"/>
                  <a:pt x="9031920" y="0"/>
                </a:cubicBezTo>
                <a:cubicBezTo>
                  <a:pt x="9248081" y="-5164"/>
                  <a:pt x="9557644" y="-22597"/>
                  <a:pt x="9830897" y="0"/>
                </a:cubicBezTo>
                <a:cubicBezTo>
                  <a:pt x="10104150" y="22597"/>
                  <a:pt x="10163656" y="-15658"/>
                  <a:pt x="10421446" y="0"/>
                </a:cubicBezTo>
                <a:cubicBezTo>
                  <a:pt x="10421571" y="4395"/>
                  <a:pt x="10421371" y="9776"/>
                  <a:pt x="10421446" y="18288"/>
                </a:cubicBezTo>
                <a:cubicBezTo>
                  <a:pt x="10240847" y="-14925"/>
                  <a:pt x="9873564" y="25763"/>
                  <a:pt x="9622468" y="18288"/>
                </a:cubicBezTo>
                <a:cubicBezTo>
                  <a:pt x="9371372" y="10813"/>
                  <a:pt x="9166491" y="18558"/>
                  <a:pt x="8927705" y="18288"/>
                </a:cubicBezTo>
                <a:cubicBezTo>
                  <a:pt x="8688919" y="18018"/>
                  <a:pt x="8689888" y="4445"/>
                  <a:pt x="8545586" y="18288"/>
                </a:cubicBezTo>
                <a:cubicBezTo>
                  <a:pt x="8401284" y="32131"/>
                  <a:pt x="8240244" y="20853"/>
                  <a:pt x="8059252" y="18288"/>
                </a:cubicBezTo>
                <a:cubicBezTo>
                  <a:pt x="7878260" y="15723"/>
                  <a:pt x="7478813" y="-9520"/>
                  <a:pt x="7156060" y="18288"/>
                </a:cubicBezTo>
                <a:cubicBezTo>
                  <a:pt x="6833307" y="46096"/>
                  <a:pt x="6755593" y="39841"/>
                  <a:pt x="6461297" y="18288"/>
                </a:cubicBezTo>
                <a:cubicBezTo>
                  <a:pt x="6167001" y="-3265"/>
                  <a:pt x="6158306" y="25783"/>
                  <a:pt x="5974962" y="18288"/>
                </a:cubicBezTo>
                <a:cubicBezTo>
                  <a:pt x="5791618" y="10793"/>
                  <a:pt x="5570111" y="7336"/>
                  <a:pt x="5280199" y="18288"/>
                </a:cubicBezTo>
                <a:cubicBezTo>
                  <a:pt x="4990287" y="29240"/>
                  <a:pt x="5085259" y="20004"/>
                  <a:pt x="4898080" y="18288"/>
                </a:cubicBezTo>
                <a:cubicBezTo>
                  <a:pt x="4710901" y="16572"/>
                  <a:pt x="4604566" y="8228"/>
                  <a:pt x="4515960" y="18288"/>
                </a:cubicBezTo>
                <a:cubicBezTo>
                  <a:pt x="4427354" y="28348"/>
                  <a:pt x="4059659" y="36890"/>
                  <a:pt x="3821197" y="18288"/>
                </a:cubicBezTo>
                <a:cubicBezTo>
                  <a:pt x="3582735" y="-314"/>
                  <a:pt x="3466211" y="35834"/>
                  <a:pt x="3334863" y="18288"/>
                </a:cubicBezTo>
                <a:cubicBezTo>
                  <a:pt x="3203515" y="742"/>
                  <a:pt x="2830188" y="-17445"/>
                  <a:pt x="2535885" y="18288"/>
                </a:cubicBezTo>
                <a:cubicBezTo>
                  <a:pt x="2241582" y="54021"/>
                  <a:pt x="2206481" y="18963"/>
                  <a:pt x="2049551" y="18288"/>
                </a:cubicBezTo>
                <a:cubicBezTo>
                  <a:pt x="1892621" y="17613"/>
                  <a:pt x="1433267" y="3007"/>
                  <a:pt x="1250574" y="18288"/>
                </a:cubicBezTo>
                <a:cubicBezTo>
                  <a:pt x="1067881" y="33569"/>
                  <a:pt x="987869" y="22500"/>
                  <a:pt x="868454" y="18288"/>
                </a:cubicBezTo>
                <a:cubicBezTo>
                  <a:pt x="749039" y="14076"/>
                  <a:pt x="300948" y="41213"/>
                  <a:pt x="0" y="18288"/>
                </a:cubicBezTo>
                <a:cubicBezTo>
                  <a:pt x="-504" y="12101"/>
                  <a:pt x="-591" y="771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F45BDF-1942-4F41-4075-FA97C9535C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6229113"/>
              </p:ext>
            </p:extLst>
          </p:nvPr>
        </p:nvGraphicFramePr>
        <p:xfrm>
          <a:off x="837981" y="2496066"/>
          <a:ext cx="10512863" cy="34129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210318">
                  <a:extLst>
                    <a:ext uri="{9D8B030D-6E8A-4147-A177-3AD203B41FA5}">
                      <a16:colId xmlns:a16="http://schemas.microsoft.com/office/drawing/2014/main" val="4166017246"/>
                    </a:ext>
                  </a:extLst>
                </a:gridCol>
                <a:gridCol w="5302545">
                  <a:extLst>
                    <a:ext uri="{9D8B030D-6E8A-4147-A177-3AD203B41FA5}">
                      <a16:colId xmlns:a16="http://schemas.microsoft.com/office/drawing/2014/main" val="4157279510"/>
                    </a:ext>
                  </a:extLst>
                </a:gridCol>
              </a:tblGrid>
              <a:tr h="2973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Risk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Mitigation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2173952750"/>
                  </a:ext>
                </a:extLst>
              </a:tr>
              <a:tr h="5636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Land access for adolescent mothers (High)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Sanza‑leased model farms, shared plots, cooperative leases, local advocacy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2227064721"/>
                  </a:ext>
                </a:extLst>
              </a:tr>
              <a:tr h="5636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Non‑repayment of inputs (Moderate)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Transparent invoicing, repayment at sale, financial literacy, VSLA guarantees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2968229132"/>
                  </a:ext>
                </a:extLst>
              </a:tr>
              <a:tr h="5636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Low adoption of organic fertilizer (Moderate)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Demo plots, starter kits, champion incentives, quality bonuses, close technical follow‑up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590329969"/>
                  </a:ext>
                </a:extLst>
              </a:tr>
              <a:tr h="2973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Market volatility / quality shortfalls (Moderate)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Progressive contracting, QA training, channel diversification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1348721654"/>
                  </a:ext>
                </a:extLst>
              </a:tr>
              <a:tr h="5636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Cold storage sustainability (High)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User fees, VSLA maintenance funds, business training, contingency reserves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1963232601"/>
                  </a:ext>
                </a:extLst>
              </a:tr>
              <a:tr h="5636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Stipend sustainability (Moderate)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500" kern="100">
                          <a:effectLst/>
                        </a:rPr>
                        <a:t>Link stipends to compost enterprise revenue; gradual cost shift to Sanza commercial sales</a:t>
                      </a:r>
                      <a:endParaRPr lang="en-US" sz="15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6839" marR="86839" marT="0" marB="0"/>
                </a:tc>
                <a:extLst>
                  <a:ext uri="{0D108BD9-81ED-4DB2-BD59-A6C34878D82A}">
                    <a16:rowId xmlns:a16="http://schemas.microsoft.com/office/drawing/2014/main" val="28178826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5039558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B39BF5-C672-0395-CF07-39D2994A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/>
              <a:t>Sustainability and Exit Strategy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1" name="Rectangle 1">
            <a:extLst>
              <a:ext uri="{FF2B5EF4-FFF2-40B4-BE49-F238E27FC236}">
                <a16:creationId xmlns:a16="http://schemas.microsoft.com/office/drawing/2014/main" id="{D9F023B2-0B5F-0B64-BB4C-C05B03CC5E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6737283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150267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5777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5215665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B4DCE7-714F-EC55-6530-683BA061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981" y="673770"/>
            <a:ext cx="3219491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500">
                <a:solidFill>
                  <a:srgbClr val="FFFFFF"/>
                </a:solidFill>
              </a:rPr>
              <a:t>Learning Products and Scale‑up</a:t>
            </a:r>
          </a:p>
        </p:txBody>
      </p:sp>
      <p:graphicFrame>
        <p:nvGraphicFramePr>
          <p:cNvPr id="23" name="Rectangle 1">
            <a:extLst>
              <a:ext uri="{FF2B5EF4-FFF2-40B4-BE49-F238E27FC236}">
                <a16:creationId xmlns:a16="http://schemas.microsoft.com/office/drawing/2014/main" id="{3F9C2705-4ABF-49D6-2917-6B7E1BE607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0788286"/>
              </p:ext>
            </p:extLst>
          </p:nvPr>
        </p:nvGraphicFramePr>
        <p:xfrm>
          <a:off x="5541228" y="541606"/>
          <a:ext cx="5809615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7846806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91449B-20D7-DA0E-A96C-E35380966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28" y="256032"/>
            <a:ext cx="10503720" cy="1014984"/>
          </a:xfrm>
        </p:spPr>
        <p:txBody>
          <a:bodyPr anchor="b">
            <a:normAutofit/>
          </a:bodyPr>
          <a:lstStyle/>
          <a:p>
            <a:r>
              <a:rPr lang="en-US" dirty="0"/>
              <a:t>Annexes and Contacts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727" y="1634502"/>
            <a:ext cx="1044887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028" y="1538176"/>
            <a:ext cx="1872970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83962D26-54DD-38EC-C44D-8B5B017AF1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19031376"/>
              </p:ext>
            </p:extLst>
          </p:nvPr>
        </p:nvGraphicFramePr>
        <p:xfrm>
          <a:off x="837981" y="1926266"/>
          <a:ext cx="10512862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46951790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1733</Words>
  <Application>Microsoft Macintosh PowerPoint</Application>
  <PresentationFormat>Custom</PresentationFormat>
  <Paragraphs>234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Project AAYWA — Promoting Organic Fertilizer and Women’s Livelihoods in Rwanda</vt:lpstr>
      <vt:lpstr>Executive Summary</vt:lpstr>
      <vt:lpstr>Context and Rationale</vt:lpstr>
      <vt:lpstr>Project Objectives and Key Indicators</vt:lpstr>
      <vt:lpstr>Indicator table</vt:lpstr>
      <vt:lpstr>Target Groups and Cohort Model</vt:lpstr>
      <vt:lpstr>Cropping Systems and Model Plots</vt:lpstr>
      <vt:lpstr>Social Business Model Overview</vt:lpstr>
      <vt:lpstr>Farm Provision and Input Flow</vt:lpstr>
      <vt:lpstr>Organic Fertilizer Enterprise</vt:lpstr>
      <vt:lpstr>Training and Agronomy</vt:lpstr>
      <vt:lpstr>Full Training Schedule</vt:lpstr>
      <vt:lpstr>VSLA Operationalization</vt:lpstr>
      <vt:lpstr>Young Women Stipend and Labor Pathways</vt:lpstr>
      <vt:lpstr>Post‑harvest Handling and Commercialization</vt:lpstr>
      <vt:lpstr>Implementation Timeline (Gantt)</vt:lpstr>
      <vt:lpstr>Budget Summary</vt:lpstr>
      <vt:lpstr>MEL Framework</vt:lpstr>
      <vt:lpstr>Key Risks and Mitigation</vt:lpstr>
      <vt:lpstr>Sustainability and Exit Strategy</vt:lpstr>
      <vt:lpstr>Learning Products and Scale‑up</vt:lpstr>
      <vt:lpstr>Annexes and Contacts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Musafiri Ndatsikira</cp:lastModifiedBy>
  <cp:revision>2</cp:revision>
  <dcterms:created xsi:type="dcterms:W3CDTF">2013-01-27T09:14:16Z</dcterms:created>
  <dcterms:modified xsi:type="dcterms:W3CDTF">2026-01-23T12:17:46Z</dcterms:modified>
  <cp:category/>
</cp:coreProperties>
</file>